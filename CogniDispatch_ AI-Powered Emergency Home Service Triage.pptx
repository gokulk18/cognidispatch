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23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flip="none" rotWithShape="1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flip="none" rotWithShape="1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kern="0" spc="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CogniDispatch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2413000" y="4064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Emergency Home Service Triage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8895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413000" y="5143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Enterprise-Grade Microservices &amp; Secure Azure Kubernetes Infrastructure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53000" y="609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Architecture Series ·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CogniDispatch?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24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220663" y="0"/>
                  <a:pt x="152400" y="51197"/>
                  <a:pt x="152400" y="114300"/>
                </a:cubicBezTo>
                <a:lnTo>
                  <a:pt x="152400" y="266700"/>
                </a:lnTo>
                <a:cubicBezTo>
                  <a:pt x="152400" y="329803"/>
                  <a:pt x="220663" y="381000"/>
                  <a:pt x="304800" y="381000"/>
                </a:cubicBezTo>
                <a:cubicBezTo>
                  <a:pt x="388938" y="381000"/>
                  <a:pt x="457200" y="329803"/>
                  <a:pt x="457200" y="266700"/>
                </a:cubicBezTo>
                <a:lnTo>
                  <a:pt x="457200" y="114300"/>
                </a:lnTo>
                <a:cubicBezTo>
                  <a:pt x="457200" y="51197"/>
                  <a:pt x="388938" y="0"/>
                  <a:pt x="304800" y="0"/>
                </a:cubicBezTo>
                <a:close/>
                <a:moveTo>
                  <a:pt x="76200" y="219075"/>
                </a:moveTo>
                <a:cubicBezTo>
                  <a:pt x="76200" y="203240"/>
                  <a:pt x="59214" y="190500"/>
                  <a:pt x="38100" y="190500"/>
                </a:cubicBezTo>
                <a:cubicBezTo>
                  <a:pt x="16986" y="190500"/>
                  <a:pt x="0" y="203240"/>
                  <a:pt x="0" y="219075"/>
                </a:cubicBezTo>
                <a:lnTo>
                  <a:pt x="0" y="266700"/>
                </a:lnTo>
                <a:cubicBezTo>
                  <a:pt x="0" y="383262"/>
                  <a:pt x="116364" y="479465"/>
                  <a:pt x="266700" y="493514"/>
                </a:cubicBezTo>
                <a:lnTo>
                  <a:pt x="266700" y="552450"/>
                </a:lnTo>
                <a:lnTo>
                  <a:pt x="190500" y="552450"/>
                </a:lnTo>
                <a:cubicBezTo>
                  <a:pt x="169386" y="552450"/>
                  <a:pt x="152400" y="565190"/>
                  <a:pt x="152400" y="581025"/>
                </a:cubicBezTo>
                <a:cubicBezTo>
                  <a:pt x="152400" y="596860"/>
                  <a:pt x="169386" y="609600"/>
                  <a:pt x="190500" y="609600"/>
                </a:cubicBezTo>
                <a:lnTo>
                  <a:pt x="419100" y="609600"/>
                </a:lnTo>
                <a:cubicBezTo>
                  <a:pt x="440214" y="609600"/>
                  <a:pt x="457200" y="596860"/>
                  <a:pt x="457200" y="581025"/>
                </a:cubicBezTo>
                <a:cubicBezTo>
                  <a:pt x="457200" y="565190"/>
                  <a:pt x="440214" y="552450"/>
                  <a:pt x="419100" y="552450"/>
                </a:cubicBezTo>
                <a:lnTo>
                  <a:pt x="342900" y="552450"/>
                </a:lnTo>
                <a:lnTo>
                  <a:pt x="342900" y="493514"/>
                </a:lnTo>
                <a:cubicBezTo>
                  <a:pt x="493236" y="479465"/>
                  <a:pt x="609600" y="383262"/>
                  <a:pt x="609600" y="266700"/>
                </a:cubicBezTo>
                <a:lnTo>
                  <a:pt x="609600" y="219075"/>
                </a:lnTo>
                <a:cubicBezTo>
                  <a:pt x="609600" y="203240"/>
                  <a:pt x="592614" y="190500"/>
                  <a:pt x="571500" y="190500"/>
                </a:cubicBezTo>
                <a:cubicBezTo>
                  <a:pt x="550386" y="190500"/>
                  <a:pt x="533400" y="203240"/>
                  <a:pt x="533400" y="219075"/>
                </a:cubicBezTo>
                <a:lnTo>
                  <a:pt x="533400" y="266700"/>
                </a:lnTo>
                <a:cubicBezTo>
                  <a:pt x="533400" y="361355"/>
                  <a:pt x="431006" y="438150"/>
                  <a:pt x="304800" y="438150"/>
                </a:cubicBezTo>
                <a:cubicBezTo>
                  <a:pt x="178594" y="438150"/>
                  <a:pt x="76200" y="361355"/>
                  <a:pt x="76200" y="266700"/>
                </a:cubicBezTo>
                <a:lnTo>
                  <a:pt x="76200" y="21907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Channels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55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Voice-Activated AI Triage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Speech-to-text with emergency classification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 Damage Scan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Photo analysis with hazard detection and severity scoring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23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224552"/>
                </a:moveTo>
                <a:cubicBezTo>
                  <a:pt x="0" y="100489"/>
                  <a:pt x="136525" y="0"/>
                  <a:pt x="304800" y="0"/>
                </a:cubicBezTo>
                <a:cubicBezTo>
                  <a:pt x="473075" y="0"/>
                  <a:pt x="609600" y="100489"/>
                  <a:pt x="609600" y="224552"/>
                </a:cubicBezTo>
                <a:cubicBezTo>
                  <a:pt x="609600" y="366593"/>
                  <a:pt x="418783" y="536853"/>
                  <a:pt x="339090" y="601742"/>
                </a:cubicBezTo>
                <a:cubicBezTo>
                  <a:pt x="320358" y="616982"/>
                  <a:pt x="289084" y="616982"/>
                  <a:pt x="270351" y="601742"/>
                </a:cubicBezTo>
                <a:cubicBezTo>
                  <a:pt x="190659" y="536853"/>
                  <a:pt x="-159" y="366593"/>
                  <a:pt x="-159" y="224552"/>
                </a:cubicBezTo>
                <a:close/>
                <a:moveTo>
                  <a:pt x="304800" y="304800"/>
                </a:moveTo>
                <a:cubicBezTo>
                  <a:pt x="360875" y="304800"/>
                  <a:pt x="406400" y="270656"/>
                  <a:pt x="406400" y="228600"/>
                </a:cubicBezTo>
                <a:cubicBezTo>
                  <a:pt x="406400" y="186544"/>
                  <a:pt x="360875" y="152400"/>
                  <a:pt x="304800" y="152400"/>
                </a:cubicBezTo>
                <a:cubicBezTo>
                  <a:pt x="248725" y="152400"/>
                  <a:pt x="203200" y="186544"/>
                  <a:pt x="203200" y="228600"/>
                </a:cubicBezTo>
                <a:cubicBezTo>
                  <a:pt x="203200" y="270656"/>
                  <a:pt x="248725" y="304800"/>
                  <a:pt x="304800" y="3048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Matching Engine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50000" y="3937000"/>
            <a:ext cx="355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GPS Telemetry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Connects closest qualified technicians via WebSockets for live tracking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Dispatch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Matches emergency type to certified technician skill sets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584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522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049000" y="3937000"/>
            <a:ext cx="355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Handoff OTP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4-digit code verified on arrival prevents fraud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Payout Checkout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 technician payout, 20% platform commission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Workflow Architecture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3937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Next.js Client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381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 3000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Homeowner, Tech &amp; Admin UIs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0" y="3175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556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Shape 8"/>
          <p:cNvSpPr/>
          <p:nvPr/>
        </p:nvSpPr>
        <p:spPr>
          <a:xfrm>
            <a:off x="3886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3200" y="114300"/>
                </a:moveTo>
                <a:lnTo>
                  <a:pt x="203200" y="190500"/>
                </a:lnTo>
                <a:lnTo>
                  <a:pt x="406400" y="190500"/>
                </a:lnTo>
                <a:lnTo>
                  <a:pt x="406400" y="114300"/>
                </a:lnTo>
                <a:cubicBezTo>
                  <a:pt x="406400" y="72271"/>
                  <a:pt x="360839" y="38100"/>
                  <a:pt x="304800" y="38100"/>
                </a:cubicBezTo>
                <a:cubicBezTo>
                  <a:pt x="248761" y="38100"/>
                  <a:pt x="203200" y="72271"/>
                  <a:pt x="203200" y="114300"/>
                </a:cubicBezTo>
                <a:close/>
                <a:moveTo>
                  <a:pt x="101600" y="190500"/>
                </a:moveTo>
                <a:lnTo>
                  <a:pt x="101600" y="114300"/>
                </a:lnTo>
                <a:cubicBezTo>
                  <a:pt x="101600" y="30123"/>
                  <a:pt x="192564" y="-38100"/>
                  <a:pt x="304800" y="-38100"/>
                </a:cubicBezTo>
                <a:cubicBezTo>
                  <a:pt x="417036" y="-38100"/>
                  <a:pt x="508000" y="30123"/>
                  <a:pt x="508000" y="114300"/>
                </a:cubicBezTo>
                <a:lnTo>
                  <a:pt x="508000" y="190500"/>
                </a:lnTo>
                <a:cubicBezTo>
                  <a:pt x="564039" y="190500"/>
                  <a:pt x="609600" y="224671"/>
                  <a:pt x="609600" y="266700"/>
                </a:cubicBezTo>
                <a:lnTo>
                  <a:pt x="609600" y="533400"/>
                </a:lnTo>
                <a:cubicBezTo>
                  <a:pt x="609600" y="575429"/>
                  <a:pt x="564039" y="609600"/>
                  <a:pt x="508000" y="609600"/>
                </a:cubicBezTo>
                <a:lnTo>
                  <a:pt x="101600" y="609600"/>
                </a:lnTo>
                <a:cubicBezTo>
                  <a:pt x="45561" y="609600"/>
                  <a:pt x="0" y="575429"/>
                  <a:pt x="0" y="533400"/>
                </a:cubicBezTo>
                <a:lnTo>
                  <a:pt x="0" y="266700"/>
                </a:lnTo>
                <a:cubicBezTo>
                  <a:pt x="0" y="224671"/>
                  <a:pt x="45561" y="190500"/>
                  <a:pt x="101600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175000" y="3937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 Service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48000" y="4381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 5001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 &amp; RBAC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26000" y="3175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842000" y="2540000"/>
            <a:ext cx="1270000" cy="1270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61000" y="3937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Service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34000" y="4381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 5003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 &amp; Speech APIs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12000" y="3175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128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0" name="Shape 18"/>
          <p:cNvSpPr/>
          <p:nvPr/>
        </p:nvSpPr>
        <p:spPr>
          <a:xfrm>
            <a:off x="8458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9050"/>
                </a:moveTo>
                <a:cubicBezTo>
                  <a:pt x="359473" y="19050"/>
                  <a:pt x="403860" y="74534"/>
                  <a:pt x="403860" y="142875"/>
                </a:cubicBezTo>
                <a:cubicBezTo>
                  <a:pt x="403860" y="211216"/>
                  <a:pt x="359473" y="266700"/>
                  <a:pt x="304800" y="266700"/>
                </a:cubicBezTo>
                <a:cubicBezTo>
                  <a:pt x="250127" y="266700"/>
                  <a:pt x="205740" y="211216"/>
                  <a:pt x="205740" y="142875"/>
                </a:cubicBezTo>
                <a:cubicBezTo>
                  <a:pt x="205740" y="74534"/>
                  <a:pt x="250127" y="19050"/>
                  <a:pt x="304800" y="19050"/>
                </a:cubicBezTo>
                <a:close/>
                <a:moveTo>
                  <a:pt x="91440" y="104775"/>
                </a:moveTo>
                <a:cubicBezTo>
                  <a:pt x="129290" y="104775"/>
                  <a:pt x="160020" y="143187"/>
                  <a:pt x="160020" y="190500"/>
                </a:cubicBezTo>
                <a:cubicBezTo>
                  <a:pt x="160020" y="237813"/>
                  <a:pt x="129290" y="276225"/>
                  <a:pt x="91440" y="276225"/>
                </a:cubicBezTo>
                <a:cubicBezTo>
                  <a:pt x="53590" y="276225"/>
                  <a:pt x="22860" y="237813"/>
                  <a:pt x="22860" y="190500"/>
                </a:cubicBezTo>
                <a:cubicBezTo>
                  <a:pt x="22860" y="143187"/>
                  <a:pt x="53590" y="104775"/>
                  <a:pt x="91440" y="104775"/>
                </a:cubicBezTo>
                <a:close/>
                <a:moveTo>
                  <a:pt x="0" y="495300"/>
                </a:moveTo>
                <a:cubicBezTo>
                  <a:pt x="0" y="411123"/>
                  <a:pt x="54578" y="342900"/>
                  <a:pt x="121920" y="342900"/>
                </a:cubicBezTo>
                <a:cubicBezTo>
                  <a:pt x="134112" y="342900"/>
                  <a:pt x="145923" y="345162"/>
                  <a:pt x="157067" y="349329"/>
                </a:cubicBezTo>
                <a:cubicBezTo>
                  <a:pt x="125730" y="393144"/>
                  <a:pt x="106680" y="451009"/>
                  <a:pt x="106680" y="514350"/>
                </a:cubicBezTo>
                <a:lnTo>
                  <a:pt x="106680" y="533400"/>
                </a:lnTo>
                <a:cubicBezTo>
                  <a:pt x="106680" y="546973"/>
                  <a:pt x="108966" y="559832"/>
                  <a:pt x="113062" y="571500"/>
                </a:cubicBezTo>
                <a:lnTo>
                  <a:pt x="30480" y="571500"/>
                </a:lnTo>
                <a:cubicBezTo>
                  <a:pt x="13621" y="571500"/>
                  <a:pt x="0" y="554474"/>
                  <a:pt x="0" y="533400"/>
                </a:cubicBezTo>
                <a:lnTo>
                  <a:pt x="0" y="495300"/>
                </a:lnTo>
                <a:close/>
                <a:moveTo>
                  <a:pt x="496538" y="571500"/>
                </a:moveTo>
                <a:cubicBezTo>
                  <a:pt x="500634" y="559832"/>
                  <a:pt x="502920" y="546973"/>
                  <a:pt x="502920" y="533400"/>
                </a:cubicBezTo>
                <a:lnTo>
                  <a:pt x="502920" y="514350"/>
                </a:lnTo>
                <a:cubicBezTo>
                  <a:pt x="502920" y="451009"/>
                  <a:pt x="483870" y="393144"/>
                  <a:pt x="452533" y="349329"/>
                </a:cubicBezTo>
                <a:cubicBezTo>
                  <a:pt x="463677" y="345162"/>
                  <a:pt x="475488" y="342900"/>
                  <a:pt x="487680" y="342900"/>
                </a:cubicBezTo>
                <a:cubicBezTo>
                  <a:pt x="555022" y="342900"/>
                  <a:pt x="609600" y="411123"/>
                  <a:pt x="609600" y="495300"/>
                </a:cubicBezTo>
                <a:lnTo>
                  <a:pt x="609600" y="533400"/>
                </a:lnTo>
                <a:cubicBezTo>
                  <a:pt x="609600" y="554474"/>
                  <a:pt x="595979" y="571500"/>
                  <a:pt x="579120" y="571500"/>
                </a:cubicBezTo>
                <a:lnTo>
                  <a:pt x="496538" y="571500"/>
                </a:lnTo>
                <a:close/>
                <a:moveTo>
                  <a:pt x="449580" y="190500"/>
                </a:moveTo>
                <a:cubicBezTo>
                  <a:pt x="449580" y="143187"/>
                  <a:pt x="480310" y="104775"/>
                  <a:pt x="518160" y="104775"/>
                </a:cubicBezTo>
                <a:cubicBezTo>
                  <a:pt x="556010" y="104775"/>
                  <a:pt x="586740" y="143187"/>
                  <a:pt x="586740" y="190500"/>
                </a:cubicBezTo>
                <a:cubicBezTo>
                  <a:pt x="586740" y="237813"/>
                  <a:pt x="556010" y="276225"/>
                  <a:pt x="518160" y="276225"/>
                </a:cubicBezTo>
                <a:cubicBezTo>
                  <a:pt x="480310" y="276225"/>
                  <a:pt x="449580" y="237813"/>
                  <a:pt x="449580" y="190500"/>
                </a:cubicBezTo>
                <a:close/>
                <a:moveTo>
                  <a:pt x="152400" y="514350"/>
                </a:moveTo>
                <a:cubicBezTo>
                  <a:pt x="152400" y="409099"/>
                  <a:pt x="220599" y="323850"/>
                  <a:pt x="304800" y="323850"/>
                </a:cubicBezTo>
                <a:cubicBezTo>
                  <a:pt x="389001" y="323850"/>
                  <a:pt x="457200" y="409099"/>
                  <a:pt x="457200" y="514350"/>
                </a:cubicBezTo>
                <a:lnTo>
                  <a:pt x="457200" y="533400"/>
                </a:lnTo>
                <a:cubicBezTo>
                  <a:pt x="457200" y="554474"/>
                  <a:pt x="443579" y="571500"/>
                  <a:pt x="426720" y="571500"/>
                </a:cubicBezTo>
                <a:lnTo>
                  <a:pt x="182880" y="571500"/>
                </a:lnTo>
                <a:cubicBezTo>
                  <a:pt x="166021" y="571500"/>
                  <a:pt x="152400" y="554474"/>
                  <a:pt x="152400" y="533400"/>
                </a:cubicBezTo>
                <a:lnTo>
                  <a:pt x="152400" y="5143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47000" y="3937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Vendor Service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0" y="4381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 5002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Technician Profiles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398000" y="3175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414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44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93028" y="13692"/>
                </a:moveTo>
                <a:cubicBezTo>
                  <a:pt x="81068" y="5477"/>
                  <a:pt x="65405" y="9882"/>
                  <a:pt x="58103" y="23336"/>
                </a:cubicBezTo>
                <a:cubicBezTo>
                  <a:pt x="31856" y="72152"/>
                  <a:pt x="16828" y="129421"/>
                  <a:pt x="16828" y="190500"/>
                </a:cubicBezTo>
                <a:cubicBezTo>
                  <a:pt x="16828" y="251579"/>
                  <a:pt x="31856" y="308848"/>
                  <a:pt x="58103" y="357664"/>
                </a:cubicBezTo>
                <a:cubicBezTo>
                  <a:pt x="65405" y="371118"/>
                  <a:pt x="80962" y="375523"/>
                  <a:pt x="93028" y="367308"/>
                </a:cubicBezTo>
                <a:cubicBezTo>
                  <a:pt x="105093" y="359093"/>
                  <a:pt x="108903" y="341590"/>
                  <a:pt x="101600" y="328017"/>
                </a:cubicBezTo>
                <a:cubicBezTo>
                  <a:pt x="80116" y="288012"/>
                  <a:pt x="67733" y="240863"/>
                  <a:pt x="67733" y="190500"/>
                </a:cubicBezTo>
                <a:cubicBezTo>
                  <a:pt x="67733" y="140137"/>
                  <a:pt x="80116" y="92988"/>
                  <a:pt x="101706" y="52864"/>
                </a:cubicBezTo>
                <a:cubicBezTo>
                  <a:pt x="109008" y="39410"/>
                  <a:pt x="105093" y="21788"/>
                  <a:pt x="93133" y="13573"/>
                </a:cubicBezTo>
                <a:close/>
                <a:moveTo>
                  <a:pt x="516467" y="13692"/>
                </a:moveTo>
                <a:cubicBezTo>
                  <a:pt x="504508" y="21908"/>
                  <a:pt x="500592" y="39410"/>
                  <a:pt x="507894" y="52983"/>
                </a:cubicBezTo>
                <a:cubicBezTo>
                  <a:pt x="529484" y="93107"/>
                  <a:pt x="541867" y="140256"/>
                  <a:pt x="541867" y="190619"/>
                </a:cubicBezTo>
                <a:cubicBezTo>
                  <a:pt x="541867" y="240983"/>
                  <a:pt x="529484" y="288131"/>
                  <a:pt x="507894" y="328255"/>
                </a:cubicBezTo>
                <a:cubicBezTo>
                  <a:pt x="500592" y="341709"/>
                  <a:pt x="504508" y="359331"/>
                  <a:pt x="516467" y="367546"/>
                </a:cubicBezTo>
                <a:cubicBezTo>
                  <a:pt x="528426" y="375761"/>
                  <a:pt x="544089" y="371356"/>
                  <a:pt x="551392" y="357902"/>
                </a:cubicBezTo>
                <a:cubicBezTo>
                  <a:pt x="577638" y="309086"/>
                  <a:pt x="592667" y="251817"/>
                  <a:pt x="592667" y="190738"/>
                </a:cubicBezTo>
                <a:cubicBezTo>
                  <a:pt x="592667" y="129659"/>
                  <a:pt x="577638" y="72152"/>
                  <a:pt x="551392" y="23336"/>
                </a:cubicBezTo>
                <a:cubicBezTo>
                  <a:pt x="544089" y="9882"/>
                  <a:pt x="528532" y="5477"/>
                  <a:pt x="516467" y="13692"/>
                </a:cubicBezTo>
                <a:close/>
                <a:moveTo>
                  <a:pt x="338667" y="256461"/>
                </a:moveTo>
                <a:cubicBezTo>
                  <a:pt x="358881" y="243245"/>
                  <a:pt x="372533" y="218718"/>
                  <a:pt x="372533" y="190500"/>
                </a:cubicBezTo>
                <a:cubicBezTo>
                  <a:pt x="372533" y="148471"/>
                  <a:pt x="342159" y="114300"/>
                  <a:pt x="304800" y="114300"/>
                </a:cubicBezTo>
                <a:cubicBezTo>
                  <a:pt x="267441" y="114300"/>
                  <a:pt x="237067" y="148471"/>
                  <a:pt x="237067" y="190500"/>
                </a:cubicBezTo>
                <a:cubicBezTo>
                  <a:pt x="237067" y="218718"/>
                  <a:pt x="250719" y="243364"/>
                  <a:pt x="270933" y="256461"/>
                </a:cubicBezTo>
                <a:lnTo>
                  <a:pt x="270933" y="571500"/>
                </a:lnTo>
                <a:cubicBezTo>
                  <a:pt x="270933" y="592574"/>
                  <a:pt x="286068" y="609600"/>
                  <a:pt x="304800" y="609600"/>
                </a:cubicBezTo>
                <a:cubicBezTo>
                  <a:pt x="323533" y="609600"/>
                  <a:pt x="338667" y="592574"/>
                  <a:pt x="338667" y="571500"/>
                </a:cubicBezTo>
                <a:lnTo>
                  <a:pt x="338667" y="256461"/>
                </a:lnTo>
                <a:close/>
                <a:moveTo>
                  <a:pt x="190712" y="108347"/>
                </a:moveTo>
                <a:cubicBezTo>
                  <a:pt x="198332" y="95012"/>
                  <a:pt x="194839" y="77391"/>
                  <a:pt x="183092" y="68818"/>
                </a:cubicBezTo>
                <a:cubicBezTo>
                  <a:pt x="171344" y="60246"/>
                  <a:pt x="155575" y="64175"/>
                  <a:pt x="147955" y="77391"/>
                </a:cubicBezTo>
                <a:cubicBezTo>
                  <a:pt x="129328" y="110014"/>
                  <a:pt x="118533" y="148828"/>
                  <a:pt x="118533" y="190500"/>
                </a:cubicBezTo>
                <a:cubicBezTo>
                  <a:pt x="118533" y="232172"/>
                  <a:pt x="129328" y="270986"/>
                  <a:pt x="147955" y="303609"/>
                </a:cubicBezTo>
                <a:cubicBezTo>
                  <a:pt x="155575" y="316944"/>
                  <a:pt x="171238" y="320754"/>
                  <a:pt x="183092" y="312182"/>
                </a:cubicBezTo>
                <a:cubicBezTo>
                  <a:pt x="194945" y="303609"/>
                  <a:pt x="198332" y="285988"/>
                  <a:pt x="190712" y="272653"/>
                </a:cubicBezTo>
                <a:cubicBezTo>
                  <a:pt x="177165" y="248960"/>
                  <a:pt x="169333" y="220742"/>
                  <a:pt x="169333" y="190500"/>
                </a:cubicBezTo>
                <a:cubicBezTo>
                  <a:pt x="169333" y="160258"/>
                  <a:pt x="177165" y="132040"/>
                  <a:pt x="190712" y="108347"/>
                </a:cubicBezTo>
                <a:close/>
                <a:moveTo>
                  <a:pt x="461645" y="77391"/>
                </a:moveTo>
                <a:cubicBezTo>
                  <a:pt x="454025" y="64056"/>
                  <a:pt x="438362" y="60246"/>
                  <a:pt x="426508" y="68818"/>
                </a:cubicBezTo>
                <a:cubicBezTo>
                  <a:pt x="414655" y="77391"/>
                  <a:pt x="411268" y="95012"/>
                  <a:pt x="418888" y="108347"/>
                </a:cubicBezTo>
                <a:cubicBezTo>
                  <a:pt x="432435" y="132040"/>
                  <a:pt x="440267" y="160258"/>
                  <a:pt x="440267" y="190500"/>
                </a:cubicBezTo>
                <a:cubicBezTo>
                  <a:pt x="440267" y="220742"/>
                  <a:pt x="432435" y="248960"/>
                  <a:pt x="418888" y="272653"/>
                </a:cubicBezTo>
                <a:cubicBezTo>
                  <a:pt x="411268" y="285988"/>
                  <a:pt x="414761" y="303609"/>
                  <a:pt x="426508" y="312182"/>
                </a:cubicBezTo>
                <a:cubicBezTo>
                  <a:pt x="438256" y="320754"/>
                  <a:pt x="454025" y="316825"/>
                  <a:pt x="461645" y="303609"/>
                </a:cubicBezTo>
                <a:cubicBezTo>
                  <a:pt x="480272" y="270986"/>
                  <a:pt x="491067" y="232172"/>
                  <a:pt x="491067" y="190500"/>
                </a:cubicBezTo>
                <a:cubicBezTo>
                  <a:pt x="491067" y="148828"/>
                  <a:pt x="480272" y="110014"/>
                  <a:pt x="461645" y="773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033000" y="3937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Dispatch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06000" y="4381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 5005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WebSocket.IO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684000" y="3175000"/>
            <a:ext cx="1016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2700000" y="2540000"/>
            <a:ext cx="1270000" cy="1270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030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245031"/>
                </a:moveTo>
                <a:cubicBezTo>
                  <a:pt x="589461" y="256699"/>
                  <a:pt x="566329" y="266105"/>
                  <a:pt x="542245" y="273606"/>
                </a:cubicBezTo>
                <a:cubicBezTo>
                  <a:pt x="478291" y="293608"/>
                  <a:pt x="394335" y="304800"/>
                  <a:pt x="304800" y="304800"/>
                </a:cubicBezTo>
                <a:cubicBezTo>
                  <a:pt x="215265" y="304800"/>
                  <a:pt x="131173" y="293489"/>
                  <a:pt x="67355" y="273606"/>
                </a:cubicBezTo>
                <a:cubicBezTo>
                  <a:pt x="43407" y="266105"/>
                  <a:pt x="20139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36480" y="438150"/>
                  <a:pt x="304800" y="438150"/>
                </a:cubicBezTo>
                <a:cubicBezTo>
                  <a:pt x="473120" y="438150"/>
                  <a:pt x="609600" y="395526"/>
                  <a:pt x="609600" y="342900"/>
                </a:cubicBezTo>
                <a:lnTo>
                  <a:pt x="609600" y="245031"/>
                </a:lnTo>
                <a:close/>
                <a:moveTo>
                  <a:pt x="609600" y="152400"/>
                </a:moveTo>
                <a:lnTo>
                  <a:pt x="609600" y="95250"/>
                </a:lnTo>
                <a:cubicBezTo>
                  <a:pt x="609600" y="42624"/>
                  <a:pt x="473120" y="0"/>
                  <a:pt x="304800" y="0"/>
                </a:cubicBezTo>
                <a:cubicBezTo>
                  <a:pt x="13648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36480" y="247650"/>
                  <a:pt x="304800" y="247650"/>
                </a:cubicBezTo>
                <a:cubicBezTo>
                  <a:pt x="473120" y="247650"/>
                  <a:pt x="609600" y="205026"/>
                  <a:pt x="609600" y="152400"/>
                </a:cubicBezTo>
                <a:close/>
                <a:moveTo>
                  <a:pt x="542245" y="464106"/>
                </a:moveTo>
                <a:cubicBezTo>
                  <a:pt x="478427" y="483989"/>
                  <a:pt x="394471" y="495300"/>
                  <a:pt x="304800" y="495300"/>
                </a:cubicBezTo>
                <a:cubicBezTo>
                  <a:pt x="215129" y="495300"/>
                  <a:pt x="131173" y="483989"/>
                  <a:pt x="67355" y="464106"/>
                </a:cubicBezTo>
                <a:cubicBezTo>
                  <a:pt x="43407" y="456605"/>
                  <a:pt x="20139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36480" y="609600"/>
                  <a:pt x="304800" y="609600"/>
                </a:cubicBezTo>
                <a:cubicBezTo>
                  <a:pt x="473120" y="609600"/>
                  <a:pt x="609600" y="566976"/>
                  <a:pt x="609600" y="514350"/>
                </a:cubicBezTo>
                <a:lnTo>
                  <a:pt x="609600" y="435531"/>
                </a:lnTo>
                <a:cubicBezTo>
                  <a:pt x="589461" y="447199"/>
                  <a:pt x="566329" y="456605"/>
                  <a:pt x="542245" y="4641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2319000" y="3937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192000" y="4381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Cosmos DB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 API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70000" y="60960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78000" y="6286500"/>
            <a:ext cx="1270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adapter ensures transaction consistency across all microservices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70000" y="7366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Service (Port 5004) — Dashboard metrics, statistics, and platform controls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6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Zero-Trust Network Topology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8890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1968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Hub-and-Spoke VNet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Network Security Groups (NSGs) guarding all access boundaries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048000"/>
            <a:ext cx="6604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51000" y="342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2571" y="31750"/>
                </a:moveTo>
                <a:cubicBezTo>
                  <a:pt x="32544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32544" y="222250"/>
                  <a:pt x="72571" y="222250"/>
                </a:cubicBezTo>
                <a:lnTo>
                  <a:pt x="435429" y="222250"/>
                </a:lnTo>
                <a:cubicBezTo>
                  <a:pt x="475456" y="222250"/>
                  <a:pt x="508000" y="193774"/>
                  <a:pt x="508000" y="158750"/>
                </a:cubicBezTo>
                <a:lnTo>
                  <a:pt x="508000" y="95250"/>
                </a:lnTo>
                <a:cubicBezTo>
                  <a:pt x="508000" y="60226"/>
                  <a:pt x="475456" y="31750"/>
                  <a:pt x="435429" y="31750"/>
                </a:cubicBezTo>
                <a:lnTo>
                  <a:pt x="72571" y="31750"/>
                </a:lnTo>
                <a:close/>
                <a:moveTo>
                  <a:pt x="317500" y="103188"/>
                </a:moveTo>
                <a:cubicBezTo>
                  <a:pt x="332520" y="103188"/>
                  <a:pt x="344714" y="113858"/>
                  <a:pt x="344714" y="127000"/>
                </a:cubicBezTo>
                <a:cubicBezTo>
                  <a:pt x="344714" y="140142"/>
                  <a:pt x="332520" y="150813"/>
                  <a:pt x="317500" y="150813"/>
                </a:cubicBezTo>
                <a:cubicBezTo>
                  <a:pt x="302480" y="150813"/>
                  <a:pt x="290286" y="140142"/>
                  <a:pt x="290286" y="127000"/>
                </a:cubicBezTo>
                <a:cubicBezTo>
                  <a:pt x="290286" y="113858"/>
                  <a:pt x="302480" y="103188"/>
                  <a:pt x="317500" y="103188"/>
                </a:cubicBezTo>
                <a:close/>
                <a:moveTo>
                  <a:pt x="381000" y="127000"/>
                </a:moveTo>
                <a:cubicBezTo>
                  <a:pt x="381000" y="113858"/>
                  <a:pt x="393194" y="103188"/>
                  <a:pt x="408214" y="103188"/>
                </a:cubicBezTo>
                <a:cubicBezTo>
                  <a:pt x="423234" y="103188"/>
                  <a:pt x="435429" y="113858"/>
                  <a:pt x="435429" y="127000"/>
                </a:cubicBezTo>
                <a:cubicBezTo>
                  <a:pt x="435429" y="140142"/>
                  <a:pt x="423234" y="150813"/>
                  <a:pt x="408214" y="150813"/>
                </a:cubicBezTo>
                <a:cubicBezTo>
                  <a:pt x="393194" y="150813"/>
                  <a:pt x="381000" y="140142"/>
                  <a:pt x="381000" y="127000"/>
                </a:cubicBezTo>
                <a:close/>
                <a:moveTo>
                  <a:pt x="72571" y="285750"/>
                </a:moveTo>
                <a:cubicBezTo>
                  <a:pt x="32544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32544" y="476250"/>
                  <a:pt x="72571" y="476250"/>
                </a:cubicBezTo>
                <a:lnTo>
                  <a:pt x="435429" y="476250"/>
                </a:lnTo>
                <a:cubicBezTo>
                  <a:pt x="475456" y="476250"/>
                  <a:pt x="508000" y="447774"/>
                  <a:pt x="508000" y="412750"/>
                </a:cubicBezTo>
                <a:lnTo>
                  <a:pt x="508000" y="349250"/>
                </a:lnTo>
                <a:cubicBezTo>
                  <a:pt x="508000" y="314226"/>
                  <a:pt x="475456" y="285750"/>
                  <a:pt x="435429" y="285750"/>
                </a:cubicBezTo>
                <a:lnTo>
                  <a:pt x="72571" y="285750"/>
                </a:lnTo>
                <a:close/>
                <a:moveTo>
                  <a:pt x="317500" y="357188"/>
                </a:moveTo>
                <a:cubicBezTo>
                  <a:pt x="332520" y="357188"/>
                  <a:pt x="344714" y="367858"/>
                  <a:pt x="344714" y="381000"/>
                </a:cubicBezTo>
                <a:cubicBezTo>
                  <a:pt x="344714" y="394142"/>
                  <a:pt x="332520" y="404813"/>
                  <a:pt x="317500" y="404813"/>
                </a:cubicBezTo>
                <a:cubicBezTo>
                  <a:pt x="302480" y="404813"/>
                  <a:pt x="290286" y="394142"/>
                  <a:pt x="290286" y="381000"/>
                </a:cubicBezTo>
                <a:cubicBezTo>
                  <a:pt x="290286" y="367858"/>
                  <a:pt x="302480" y="357188"/>
                  <a:pt x="317500" y="357188"/>
                </a:cubicBezTo>
                <a:close/>
                <a:moveTo>
                  <a:pt x="381000" y="381000"/>
                </a:moveTo>
                <a:cubicBezTo>
                  <a:pt x="381000" y="367858"/>
                  <a:pt x="393194" y="357188"/>
                  <a:pt x="408214" y="357188"/>
                </a:cubicBezTo>
                <a:cubicBezTo>
                  <a:pt x="423234" y="357188"/>
                  <a:pt x="435429" y="367858"/>
                  <a:pt x="435429" y="381000"/>
                </a:cubicBezTo>
                <a:cubicBezTo>
                  <a:pt x="435429" y="394142"/>
                  <a:pt x="423234" y="404813"/>
                  <a:pt x="408214" y="404813"/>
                </a:cubicBezTo>
                <a:cubicBezTo>
                  <a:pt x="393194" y="404813"/>
                  <a:pt x="381000" y="394142"/>
                  <a:pt x="381000" y="3810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2349500" y="336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AKS Subnet (snet-aks)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49500" y="3873500"/>
            <a:ext cx="520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Hosts the private Azure Kubernetes Service cluster. All container workloads run within this isolated subnet.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3048000"/>
            <a:ext cx="6604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63000" y="342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18722" y="87313"/>
                </a:moveTo>
                <a:lnTo>
                  <a:pt x="289278" y="87313"/>
                </a:lnTo>
                <a:lnTo>
                  <a:pt x="289278" y="134938"/>
                </a:lnTo>
                <a:lnTo>
                  <a:pt x="218722" y="134938"/>
                </a:lnTo>
                <a:lnTo>
                  <a:pt x="218722" y="87313"/>
                </a:lnTo>
                <a:close/>
                <a:moveTo>
                  <a:pt x="211667" y="31750"/>
                </a:moveTo>
                <a:cubicBezTo>
                  <a:pt x="188295" y="31750"/>
                  <a:pt x="169333" y="53082"/>
                  <a:pt x="169333" y="79375"/>
                </a:cubicBezTo>
                <a:lnTo>
                  <a:pt x="169333" y="142875"/>
                </a:lnTo>
                <a:cubicBezTo>
                  <a:pt x="169333" y="169168"/>
                  <a:pt x="188295" y="190500"/>
                  <a:pt x="211667" y="190500"/>
                </a:cubicBezTo>
                <a:lnTo>
                  <a:pt x="225778" y="190500"/>
                </a:lnTo>
                <a:lnTo>
                  <a:pt x="225778" y="222250"/>
                </a:lnTo>
                <a:lnTo>
                  <a:pt x="28222" y="222250"/>
                </a:lnTo>
                <a:cubicBezTo>
                  <a:pt x="12612" y="222250"/>
                  <a:pt x="0" y="236438"/>
                  <a:pt x="0" y="254000"/>
                </a:cubicBezTo>
                <a:cubicBezTo>
                  <a:pt x="0" y="271562"/>
                  <a:pt x="12612" y="285750"/>
                  <a:pt x="28222" y="285750"/>
                </a:cubicBezTo>
                <a:lnTo>
                  <a:pt x="112889" y="285750"/>
                </a:lnTo>
                <a:lnTo>
                  <a:pt x="112889" y="317500"/>
                </a:lnTo>
                <a:lnTo>
                  <a:pt x="98778" y="317500"/>
                </a:lnTo>
                <a:cubicBezTo>
                  <a:pt x="75406" y="317500"/>
                  <a:pt x="56444" y="338832"/>
                  <a:pt x="56444" y="365125"/>
                </a:cubicBezTo>
                <a:lnTo>
                  <a:pt x="56444" y="428625"/>
                </a:lnTo>
                <a:cubicBezTo>
                  <a:pt x="56444" y="454918"/>
                  <a:pt x="75406" y="476250"/>
                  <a:pt x="98778" y="476250"/>
                </a:cubicBezTo>
                <a:lnTo>
                  <a:pt x="183444" y="476250"/>
                </a:lnTo>
                <a:cubicBezTo>
                  <a:pt x="206816" y="476250"/>
                  <a:pt x="225778" y="454918"/>
                  <a:pt x="225778" y="428625"/>
                </a:cubicBezTo>
                <a:lnTo>
                  <a:pt x="225778" y="365125"/>
                </a:lnTo>
                <a:cubicBezTo>
                  <a:pt x="225778" y="338832"/>
                  <a:pt x="206816" y="317500"/>
                  <a:pt x="183444" y="317500"/>
                </a:cubicBezTo>
                <a:lnTo>
                  <a:pt x="169333" y="317500"/>
                </a:lnTo>
                <a:lnTo>
                  <a:pt x="169333" y="285750"/>
                </a:lnTo>
                <a:lnTo>
                  <a:pt x="338667" y="285750"/>
                </a:lnTo>
                <a:lnTo>
                  <a:pt x="338667" y="317500"/>
                </a:lnTo>
                <a:lnTo>
                  <a:pt x="324556" y="317500"/>
                </a:lnTo>
                <a:cubicBezTo>
                  <a:pt x="301184" y="317500"/>
                  <a:pt x="282222" y="338832"/>
                  <a:pt x="282222" y="365125"/>
                </a:cubicBezTo>
                <a:lnTo>
                  <a:pt x="282222" y="428625"/>
                </a:lnTo>
                <a:cubicBezTo>
                  <a:pt x="282222" y="454918"/>
                  <a:pt x="301184" y="476250"/>
                  <a:pt x="324556" y="476250"/>
                </a:cubicBezTo>
                <a:lnTo>
                  <a:pt x="409222" y="476250"/>
                </a:lnTo>
                <a:cubicBezTo>
                  <a:pt x="432594" y="476250"/>
                  <a:pt x="451556" y="454918"/>
                  <a:pt x="451556" y="428625"/>
                </a:cubicBezTo>
                <a:lnTo>
                  <a:pt x="451556" y="365125"/>
                </a:lnTo>
                <a:cubicBezTo>
                  <a:pt x="451556" y="338832"/>
                  <a:pt x="432594" y="317500"/>
                  <a:pt x="409222" y="317500"/>
                </a:cubicBezTo>
                <a:lnTo>
                  <a:pt x="395111" y="317500"/>
                </a:lnTo>
                <a:lnTo>
                  <a:pt x="395111" y="285750"/>
                </a:lnTo>
                <a:lnTo>
                  <a:pt x="479778" y="285750"/>
                </a:lnTo>
                <a:cubicBezTo>
                  <a:pt x="495388" y="285750"/>
                  <a:pt x="508000" y="271562"/>
                  <a:pt x="508000" y="254000"/>
                </a:cubicBezTo>
                <a:cubicBezTo>
                  <a:pt x="508000" y="236438"/>
                  <a:pt x="495388" y="222250"/>
                  <a:pt x="479778" y="222250"/>
                </a:cubicBezTo>
                <a:lnTo>
                  <a:pt x="282222" y="222250"/>
                </a:lnTo>
                <a:lnTo>
                  <a:pt x="282222" y="190500"/>
                </a:lnTo>
                <a:lnTo>
                  <a:pt x="296333" y="190500"/>
                </a:lnTo>
                <a:cubicBezTo>
                  <a:pt x="319705" y="190500"/>
                  <a:pt x="338667" y="169168"/>
                  <a:pt x="338667" y="142875"/>
                </a:cubicBezTo>
                <a:lnTo>
                  <a:pt x="338667" y="79375"/>
                </a:lnTo>
                <a:cubicBezTo>
                  <a:pt x="338667" y="53082"/>
                  <a:pt x="319705" y="31750"/>
                  <a:pt x="296333" y="31750"/>
                </a:cubicBezTo>
                <a:lnTo>
                  <a:pt x="211667" y="31750"/>
                </a:lnTo>
                <a:close/>
                <a:moveTo>
                  <a:pt x="395111" y="373063"/>
                </a:moveTo>
                <a:lnTo>
                  <a:pt x="402167" y="373063"/>
                </a:lnTo>
                <a:lnTo>
                  <a:pt x="402167" y="420688"/>
                </a:lnTo>
                <a:lnTo>
                  <a:pt x="331611" y="420688"/>
                </a:lnTo>
                <a:lnTo>
                  <a:pt x="331611" y="373063"/>
                </a:lnTo>
                <a:lnTo>
                  <a:pt x="395111" y="373063"/>
                </a:lnTo>
                <a:close/>
                <a:moveTo>
                  <a:pt x="169333" y="373063"/>
                </a:moveTo>
                <a:lnTo>
                  <a:pt x="176389" y="373063"/>
                </a:lnTo>
                <a:lnTo>
                  <a:pt x="176389" y="420688"/>
                </a:lnTo>
                <a:lnTo>
                  <a:pt x="105833" y="420688"/>
                </a:lnTo>
                <a:lnTo>
                  <a:pt x="105833" y="373063"/>
                </a:lnTo>
                <a:lnTo>
                  <a:pt x="169333" y="37306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461500" y="336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Gateway (snet-appgw)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461500" y="3873500"/>
            <a:ext cx="520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Houses the internet-facing ingress load balancer. Entry point for all external traffic into the cluster.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70000" y="5651500"/>
            <a:ext cx="6604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510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9333" y="95250"/>
                </a:moveTo>
                <a:lnTo>
                  <a:pt x="169333" y="158750"/>
                </a:lnTo>
                <a:lnTo>
                  <a:pt x="338667" y="158750"/>
                </a:lnTo>
                <a:lnTo>
                  <a:pt x="338667" y="95250"/>
                </a:lnTo>
                <a:cubicBezTo>
                  <a:pt x="338667" y="60226"/>
                  <a:pt x="300699" y="31750"/>
                  <a:pt x="254000" y="31750"/>
                </a:cubicBezTo>
                <a:cubicBezTo>
                  <a:pt x="207301" y="31750"/>
                  <a:pt x="169333" y="60226"/>
                  <a:pt x="169333" y="95250"/>
                </a:cubicBezTo>
                <a:close/>
                <a:moveTo>
                  <a:pt x="84667" y="158750"/>
                </a:moveTo>
                <a:lnTo>
                  <a:pt x="84667" y="95250"/>
                </a:lnTo>
                <a:cubicBezTo>
                  <a:pt x="84667" y="25102"/>
                  <a:pt x="160470" y="-31750"/>
                  <a:pt x="254000" y="-31750"/>
                </a:cubicBezTo>
                <a:cubicBezTo>
                  <a:pt x="347530" y="-31750"/>
                  <a:pt x="423333" y="25102"/>
                  <a:pt x="423333" y="95250"/>
                </a:cubicBezTo>
                <a:lnTo>
                  <a:pt x="423333" y="158750"/>
                </a:lnTo>
                <a:cubicBezTo>
                  <a:pt x="470032" y="158750"/>
                  <a:pt x="508000" y="187226"/>
                  <a:pt x="508000" y="222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37968" y="158750"/>
                  <a:pt x="84667" y="1587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23495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Endpoint (snet-pe)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349500" y="6477000"/>
            <a:ext cx="520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Dedicated for secure internal connections to platform resources. Private Link for all Azure services.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5651500"/>
            <a:ext cx="6604000" cy="2286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8763000" y="603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327" y="117673"/>
                </a:moveTo>
                <a:cubicBezTo>
                  <a:pt x="-3076" y="105271"/>
                  <a:pt x="-3076" y="85130"/>
                  <a:pt x="9327" y="72727"/>
                </a:cubicBezTo>
                <a:cubicBezTo>
                  <a:pt x="21729" y="60325"/>
                  <a:pt x="41870" y="60325"/>
                  <a:pt x="54273" y="72727"/>
                </a:cubicBezTo>
                <a:lnTo>
                  <a:pt x="213023" y="231477"/>
                </a:lnTo>
                <a:cubicBezTo>
                  <a:pt x="225425" y="243880"/>
                  <a:pt x="225425" y="264021"/>
                  <a:pt x="213023" y="276423"/>
                </a:cubicBezTo>
                <a:lnTo>
                  <a:pt x="54273" y="435173"/>
                </a:lnTo>
                <a:cubicBezTo>
                  <a:pt x="41870" y="447576"/>
                  <a:pt x="21729" y="447576"/>
                  <a:pt x="9327" y="435173"/>
                </a:cubicBezTo>
                <a:cubicBezTo>
                  <a:pt x="-3076" y="422771"/>
                  <a:pt x="-3076" y="402630"/>
                  <a:pt x="9327" y="390227"/>
                </a:cubicBezTo>
                <a:lnTo>
                  <a:pt x="145554" y="254000"/>
                </a:lnTo>
                <a:lnTo>
                  <a:pt x="9327" y="117673"/>
                </a:lnTo>
                <a:close/>
                <a:moveTo>
                  <a:pt x="222250" y="381000"/>
                </a:moveTo>
                <a:lnTo>
                  <a:pt x="476250" y="381000"/>
                </a:lnTo>
                <a:cubicBezTo>
                  <a:pt x="493812" y="381000"/>
                  <a:pt x="508000" y="395188"/>
                  <a:pt x="508000" y="412750"/>
                </a:cubicBezTo>
                <a:cubicBezTo>
                  <a:pt x="508000" y="430312"/>
                  <a:pt x="493812" y="444500"/>
                  <a:pt x="476250" y="444500"/>
                </a:cubicBezTo>
                <a:lnTo>
                  <a:pt x="222250" y="444500"/>
                </a:lnTo>
                <a:cubicBezTo>
                  <a:pt x="204688" y="444500"/>
                  <a:pt x="190500" y="430312"/>
                  <a:pt x="190500" y="412750"/>
                </a:cubicBezTo>
                <a:cubicBezTo>
                  <a:pt x="190500" y="395188"/>
                  <a:pt x="204688" y="381000"/>
                  <a:pt x="222250" y="381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4615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Bastion (snet-bastion)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461500" y="6477000"/>
            <a:ext cx="520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Bastion Host and management jumpbox VM for secure administrative SSH access.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Routing Ingress via AGIC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14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Gateway Ingress Controller replaces traditional Nginx with Azure's native Application Gateway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4318000" cy="2032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6" name="Shape 4"/>
          <p:cNvSpPr/>
          <p:nvPr/>
        </p:nvSpPr>
        <p:spPr>
          <a:xfrm>
            <a:off x="1651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49151" y="277813"/>
                </a:moveTo>
                <a:lnTo>
                  <a:pt x="159742" y="277813"/>
                </a:lnTo>
                <a:cubicBezTo>
                  <a:pt x="162620" y="341809"/>
                  <a:pt x="176808" y="400745"/>
                  <a:pt x="196949" y="443905"/>
                </a:cubicBezTo>
                <a:cubicBezTo>
                  <a:pt x="208260" y="468213"/>
                  <a:pt x="220464" y="485378"/>
                  <a:pt x="231775" y="495895"/>
                </a:cubicBezTo>
                <a:cubicBezTo>
                  <a:pt x="242887" y="506313"/>
                  <a:pt x="250527" y="508000"/>
                  <a:pt x="254496" y="508000"/>
                </a:cubicBezTo>
                <a:cubicBezTo>
                  <a:pt x="258465" y="508000"/>
                  <a:pt x="266105" y="506313"/>
                  <a:pt x="277217" y="495895"/>
                </a:cubicBezTo>
                <a:cubicBezTo>
                  <a:pt x="288528" y="485378"/>
                  <a:pt x="300732" y="468114"/>
                  <a:pt x="312043" y="443905"/>
                </a:cubicBezTo>
                <a:cubicBezTo>
                  <a:pt x="332184" y="400745"/>
                  <a:pt x="346373" y="341809"/>
                  <a:pt x="349250" y="277813"/>
                </a:cubicBezTo>
                <a:close/>
                <a:moveTo>
                  <a:pt x="159643" y="230188"/>
                </a:moveTo>
                <a:lnTo>
                  <a:pt x="349052" y="230188"/>
                </a:lnTo>
                <a:cubicBezTo>
                  <a:pt x="346273" y="166191"/>
                  <a:pt x="332085" y="107255"/>
                  <a:pt x="311944" y="64095"/>
                </a:cubicBezTo>
                <a:cubicBezTo>
                  <a:pt x="300633" y="39886"/>
                  <a:pt x="288429" y="22622"/>
                  <a:pt x="277118" y="12105"/>
                </a:cubicBezTo>
                <a:cubicBezTo>
                  <a:pt x="266005" y="1687"/>
                  <a:pt x="258366" y="0"/>
                  <a:pt x="254397" y="0"/>
                </a:cubicBezTo>
                <a:cubicBezTo>
                  <a:pt x="250428" y="0"/>
                  <a:pt x="242788" y="1687"/>
                  <a:pt x="231676" y="12105"/>
                </a:cubicBezTo>
                <a:cubicBezTo>
                  <a:pt x="220365" y="22622"/>
                  <a:pt x="208161" y="39886"/>
                  <a:pt x="196850" y="64095"/>
                </a:cubicBezTo>
                <a:cubicBezTo>
                  <a:pt x="176709" y="107255"/>
                  <a:pt x="162520" y="166191"/>
                  <a:pt x="159643" y="230188"/>
                </a:cubicBezTo>
                <a:close/>
                <a:moveTo>
                  <a:pt x="112018" y="230188"/>
                </a:moveTo>
                <a:cubicBezTo>
                  <a:pt x="115491" y="145256"/>
                  <a:pt x="137418" y="66377"/>
                  <a:pt x="169466" y="14585"/>
                </a:cubicBezTo>
                <a:cubicBezTo>
                  <a:pt x="78085" y="46930"/>
                  <a:pt x="10815" y="130175"/>
                  <a:pt x="1488" y="230188"/>
                </a:cubicBezTo>
                <a:lnTo>
                  <a:pt x="112018" y="230188"/>
                </a:lnTo>
                <a:close/>
                <a:moveTo>
                  <a:pt x="1488" y="277813"/>
                </a:moveTo>
                <a:cubicBezTo>
                  <a:pt x="10815" y="377825"/>
                  <a:pt x="78085" y="461070"/>
                  <a:pt x="169466" y="493415"/>
                </a:cubicBezTo>
                <a:cubicBezTo>
                  <a:pt x="137418" y="441623"/>
                  <a:pt x="115491" y="362744"/>
                  <a:pt x="112018" y="277813"/>
                </a:cubicBezTo>
                <a:lnTo>
                  <a:pt x="1488" y="277813"/>
                </a:lnTo>
                <a:close/>
                <a:moveTo>
                  <a:pt x="396776" y="277813"/>
                </a:moveTo>
                <a:cubicBezTo>
                  <a:pt x="393303" y="362744"/>
                  <a:pt x="371376" y="441623"/>
                  <a:pt x="339328" y="493415"/>
                </a:cubicBezTo>
                <a:cubicBezTo>
                  <a:pt x="430709" y="460970"/>
                  <a:pt x="497979" y="377825"/>
                  <a:pt x="507305" y="277813"/>
                </a:cubicBezTo>
                <a:lnTo>
                  <a:pt x="396776" y="277813"/>
                </a:lnTo>
                <a:close/>
                <a:moveTo>
                  <a:pt x="507305" y="230188"/>
                </a:moveTo>
                <a:cubicBezTo>
                  <a:pt x="497979" y="130175"/>
                  <a:pt x="430709" y="46930"/>
                  <a:pt x="339328" y="14585"/>
                </a:cubicBezTo>
                <a:cubicBezTo>
                  <a:pt x="371376" y="66377"/>
                  <a:pt x="393303" y="145256"/>
                  <a:pt x="396776" y="230188"/>
                </a:cubicBezTo>
                <a:lnTo>
                  <a:pt x="507305" y="2301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349500" y="2794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Gateway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51000" y="34290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Application Gateway receives traffic on ports 80/443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8000" y="3556000"/>
            <a:ext cx="762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350000" y="2540000"/>
            <a:ext cx="4318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31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95250"/>
                </a:moveTo>
                <a:cubicBezTo>
                  <a:pt x="508000" y="145058"/>
                  <a:pt x="449362" y="219373"/>
                  <a:pt x="424061" y="249039"/>
                </a:cubicBezTo>
                <a:cubicBezTo>
                  <a:pt x="420291" y="253405"/>
                  <a:pt x="414734" y="255091"/>
                  <a:pt x="409674" y="254000"/>
                </a:cubicBezTo>
                <a:lnTo>
                  <a:pt x="317500" y="254000"/>
                </a:lnTo>
                <a:cubicBezTo>
                  <a:pt x="299938" y="254000"/>
                  <a:pt x="285750" y="268188"/>
                  <a:pt x="285750" y="285750"/>
                </a:cubicBezTo>
                <a:cubicBezTo>
                  <a:pt x="285750" y="303312"/>
                  <a:pt x="299938" y="317500"/>
                  <a:pt x="317500" y="317500"/>
                </a:cubicBezTo>
                <a:lnTo>
                  <a:pt x="412750" y="317500"/>
                </a:lnTo>
                <a:cubicBezTo>
                  <a:pt x="465336" y="317500"/>
                  <a:pt x="508000" y="360164"/>
                  <a:pt x="508000" y="412750"/>
                </a:cubicBezTo>
                <a:cubicBezTo>
                  <a:pt x="508000" y="465336"/>
                  <a:pt x="465336" y="508000"/>
                  <a:pt x="412750" y="508000"/>
                </a:cubicBezTo>
                <a:lnTo>
                  <a:pt x="138509" y="508000"/>
                </a:lnTo>
                <a:cubicBezTo>
                  <a:pt x="147141" y="498177"/>
                  <a:pt x="157659" y="485577"/>
                  <a:pt x="168275" y="471488"/>
                </a:cubicBezTo>
                <a:cubicBezTo>
                  <a:pt x="174526" y="463153"/>
                  <a:pt x="180975" y="454025"/>
                  <a:pt x="187127" y="444500"/>
                </a:cubicBezTo>
                <a:lnTo>
                  <a:pt x="412750" y="444500"/>
                </a:lnTo>
                <a:cubicBezTo>
                  <a:pt x="430312" y="444500"/>
                  <a:pt x="444500" y="430312"/>
                  <a:pt x="444500" y="412750"/>
                </a:cubicBezTo>
                <a:cubicBezTo>
                  <a:pt x="444500" y="395188"/>
                  <a:pt x="430312" y="381000"/>
                  <a:pt x="412750" y="381000"/>
                </a:cubicBezTo>
                <a:lnTo>
                  <a:pt x="317500" y="381000"/>
                </a:lnTo>
                <a:cubicBezTo>
                  <a:pt x="264914" y="381000"/>
                  <a:pt x="222250" y="338336"/>
                  <a:pt x="222250" y="285750"/>
                </a:cubicBezTo>
                <a:cubicBezTo>
                  <a:pt x="222250" y="233164"/>
                  <a:pt x="264914" y="190500"/>
                  <a:pt x="317500" y="190500"/>
                </a:cubicBezTo>
                <a:lnTo>
                  <a:pt x="356989" y="190500"/>
                </a:lnTo>
                <a:cubicBezTo>
                  <a:pt x="336153" y="159246"/>
                  <a:pt x="317500" y="123329"/>
                  <a:pt x="317500" y="95250"/>
                </a:cubicBezTo>
                <a:cubicBezTo>
                  <a:pt x="317500" y="42664"/>
                  <a:pt x="360164" y="0"/>
                  <a:pt x="412750" y="0"/>
                </a:cubicBezTo>
                <a:cubicBezTo>
                  <a:pt x="465336" y="0"/>
                  <a:pt x="508000" y="42664"/>
                  <a:pt x="508000" y="95250"/>
                </a:cubicBezTo>
                <a:close/>
                <a:moveTo>
                  <a:pt x="116185" y="485279"/>
                </a:moveTo>
                <a:cubicBezTo>
                  <a:pt x="112415" y="489545"/>
                  <a:pt x="109041" y="493316"/>
                  <a:pt x="106164" y="496491"/>
                </a:cubicBezTo>
                <a:lnTo>
                  <a:pt x="104378" y="498475"/>
                </a:lnTo>
                <a:lnTo>
                  <a:pt x="104180" y="498277"/>
                </a:lnTo>
                <a:cubicBezTo>
                  <a:pt x="98227" y="502841"/>
                  <a:pt x="89694" y="502245"/>
                  <a:pt x="84336" y="496491"/>
                </a:cubicBezTo>
                <a:cubicBezTo>
                  <a:pt x="59333" y="469305"/>
                  <a:pt x="0" y="399355"/>
                  <a:pt x="0" y="349250"/>
                </a:cubicBezTo>
                <a:cubicBezTo>
                  <a:pt x="0" y="296664"/>
                  <a:pt x="42664" y="254000"/>
                  <a:pt x="95250" y="254000"/>
                </a:cubicBezTo>
                <a:cubicBezTo>
                  <a:pt x="147836" y="254000"/>
                  <a:pt x="190500" y="296664"/>
                  <a:pt x="190500" y="349250"/>
                </a:cubicBezTo>
                <a:cubicBezTo>
                  <a:pt x="190500" y="379016"/>
                  <a:pt x="169565" y="415727"/>
                  <a:pt x="147340" y="446385"/>
                </a:cubicBezTo>
                <a:cubicBezTo>
                  <a:pt x="136723" y="460970"/>
                  <a:pt x="125809" y="474166"/>
                  <a:pt x="116780" y="484584"/>
                </a:cubicBezTo>
                <a:lnTo>
                  <a:pt x="116185" y="485279"/>
                </a:lnTo>
                <a:close/>
                <a:moveTo>
                  <a:pt x="127000" y="349250"/>
                </a:moveTo>
                <a:cubicBezTo>
                  <a:pt x="127000" y="331727"/>
                  <a:pt x="112773" y="317500"/>
                  <a:pt x="95250" y="317500"/>
                </a:cubicBezTo>
                <a:cubicBezTo>
                  <a:pt x="77727" y="317500"/>
                  <a:pt x="63500" y="331727"/>
                  <a:pt x="63500" y="349250"/>
                </a:cubicBezTo>
                <a:cubicBezTo>
                  <a:pt x="63500" y="366773"/>
                  <a:pt x="77727" y="381000"/>
                  <a:pt x="95250" y="381000"/>
                </a:cubicBezTo>
                <a:cubicBezTo>
                  <a:pt x="112773" y="381000"/>
                  <a:pt x="127000" y="366773"/>
                  <a:pt x="127000" y="349250"/>
                </a:cubicBezTo>
                <a:close/>
                <a:moveTo>
                  <a:pt x="412750" y="127000"/>
                </a:moveTo>
                <a:cubicBezTo>
                  <a:pt x="430273" y="127000"/>
                  <a:pt x="444500" y="112773"/>
                  <a:pt x="444500" y="95250"/>
                </a:cubicBezTo>
                <a:cubicBezTo>
                  <a:pt x="444500" y="77727"/>
                  <a:pt x="430273" y="63500"/>
                  <a:pt x="412750" y="63500"/>
                </a:cubicBezTo>
                <a:cubicBezTo>
                  <a:pt x="395227" y="63500"/>
                  <a:pt x="381000" y="77727"/>
                  <a:pt x="381000" y="95250"/>
                </a:cubicBezTo>
                <a:cubicBezTo>
                  <a:pt x="381000" y="112773"/>
                  <a:pt x="395227" y="127000"/>
                  <a:pt x="412750" y="1270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7429500" y="27940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Path-Based Rules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31000" y="34290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Routes by URL path to appropriate backend services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3556000"/>
            <a:ext cx="762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1430000" y="2540000"/>
            <a:ext cx="3556000" cy="203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11811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1781" y="-1290"/>
                </a:moveTo>
                <a:cubicBezTo>
                  <a:pt x="264616" y="-11212"/>
                  <a:pt x="243384" y="-11212"/>
                  <a:pt x="226219" y="-1290"/>
                </a:cubicBezTo>
                <a:lnTo>
                  <a:pt x="142677" y="46930"/>
                </a:lnTo>
                <a:cubicBezTo>
                  <a:pt x="125512" y="56852"/>
                  <a:pt x="114895" y="75208"/>
                  <a:pt x="114895" y="95052"/>
                </a:cubicBezTo>
                <a:lnTo>
                  <a:pt x="114895" y="196155"/>
                </a:lnTo>
                <a:lnTo>
                  <a:pt x="27285" y="246757"/>
                </a:lnTo>
                <a:cubicBezTo>
                  <a:pt x="10120" y="256679"/>
                  <a:pt x="-496" y="275034"/>
                  <a:pt x="-496" y="294878"/>
                </a:cubicBezTo>
                <a:lnTo>
                  <a:pt x="-496" y="391418"/>
                </a:lnTo>
                <a:cubicBezTo>
                  <a:pt x="-496" y="411262"/>
                  <a:pt x="10120" y="429617"/>
                  <a:pt x="27285" y="439539"/>
                </a:cubicBezTo>
                <a:lnTo>
                  <a:pt x="110927" y="487759"/>
                </a:lnTo>
                <a:cubicBezTo>
                  <a:pt x="128091" y="497681"/>
                  <a:pt x="149324" y="497681"/>
                  <a:pt x="166489" y="487759"/>
                </a:cubicBezTo>
                <a:lnTo>
                  <a:pt x="254099" y="437158"/>
                </a:lnTo>
                <a:lnTo>
                  <a:pt x="341709" y="487759"/>
                </a:lnTo>
                <a:cubicBezTo>
                  <a:pt x="358874" y="497681"/>
                  <a:pt x="380107" y="497681"/>
                  <a:pt x="397272" y="487759"/>
                </a:cubicBezTo>
                <a:lnTo>
                  <a:pt x="480715" y="439539"/>
                </a:lnTo>
                <a:cubicBezTo>
                  <a:pt x="497880" y="429617"/>
                  <a:pt x="508496" y="411262"/>
                  <a:pt x="508496" y="391418"/>
                </a:cubicBezTo>
                <a:lnTo>
                  <a:pt x="508496" y="294878"/>
                </a:lnTo>
                <a:cubicBezTo>
                  <a:pt x="508496" y="275034"/>
                  <a:pt x="497880" y="256679"/>
                  <a:pt x="480715" y="246757"/>
                </a:cubicBezTo>
                <a:lnTo>
                  <a:pt x="393105" y="196155"/>
                </a:lnTo>
                <a:lnTo>
                  <a:pt x="393105" y="95052"/>
                </a:lnTo>
                <a:cubicBezTo>
                  <a:pt x="393105" y="75208"/>
                  <a:pt x="382488" y="56852"/>
                  <a:pt x="365323" y="46930"/>
                </a:cubicBezTo>
                <a:lnTo>
                  <a:pt x="281781" y="-1290"/>
                </a:lnTo>
                <a:close/>
                <a:moveTo>
                  <a:pt x="230188" y="290314"/>
                </a:moveTo>
                <a:lnTo>
                  <a:pt x="230188" y="395982"/>
                </a:lnTo>
                <a:lnTo>
                  <a:pt x="142577" y="446584"/>
                </a:lnTo>
                <a:cubicBezTo>
                  <a:pt x="141387" y="447278"/>
                  <a:pt x="139998" y="447675"/>
                  <a:pt x="138609" y="447675"/>
                </a:cubicBezTo>
                <a:lnTo>
                  <a:pt x="138609" y="343198"/>
                </a:lnTo>
                <a:lnTo>
                  <a:pt x="230188" y="290314"/>
                </a:lnTo>
                <a:close/>
                <a:moveTo>
                  <a:pt x="459780" y="290909"/>
                </a:moveTo>
                <a:cubicBezTo>
                  <a:pt x="460474" y="292100"/>
                  <a:pt x="460871" y="293489"/>
                  <a:pt x="460871" y="294878"/>
                </a:cubicBezTo>
                <a:lnTo>
                  <a:pt x="460871" y="391418"/>
                </a:lnTo>
                <a:cubicBezTo>
                  <a:pt x="460871" y="394295"/>
                  <a:pt x="459383" y="396875"/>
                  <a:pt x="456902" y="398264"/>
                </a:cubicBezTo>
                <a:lnTo>
                  <a:pt x="373261" y="446484"/>
                </a:lnTo>
                <a:cubicBezTo>
                  <a:pt x="372070" y="447179"/>
                  <a:pt x="370681" y="447576"/>
                  <a:pt x="369292" y="447576"/>
                </a:cubicBezTo>
                <a:lnTo>
                  <a:pt x="369292" y="343098"/>
                </a:lnTo>
                <a:lnTo>
                  <a:pt x="459780" y="290909"/>
                </a:lnTo>
                <a:close/>
                <a:moveTo>
                  <a:pt x="345579" y="95052"/>
                </a:moveTo>
                <a:lnTo>
                  <a:pt x="345579" y="196155"/>
                </a:lnTo>
                <a:lnTo>
                  <a:pt x="254000" y="249039"/>
                </a:lnTo>
                <a:lnTo>
                  <a:pt x="254000" y="143371"/>
                </a:lnTo>
                <a:lnTo>
                  <a:pt x="344488" y="91182"/>
                </a:lnTo>
                <a:cubicBezTo>
                  <a:pt x="345182" y="92373"/>
                  <a:pt x="345579" y="93762"/>
                  <a:pt x="345579" y="951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509500" y="2794000"/>
            <a:ext cx="2222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AKS Pods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11000" y="3429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routing to containerized workloads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70000" y="5080000"/>
            <a:ext cx="13716000" cy="279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78000" y="5270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Path-Based Routing Rules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78000" y="5905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318000" y="60960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5080000" y="5842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Next.js Frontend (Port 3000)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78000" y="647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/api/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318000" y="66675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5080000" y="6413500"/>
            <a:ext cx="444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Microservices (Port 5000)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78000" y="7048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/socket.io/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318000" y="7239000"/>
            <a:ext cx="508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5080000" y="6985000"/>
            <a:ext cx="431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Dispatch WebSocket (WS upgrade)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25000" y="59055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Helm Templating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Conditional values block maps azure-application-gateway class for dynamic AGIC path configuration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Cosmos DB &amp; Azure Key Vault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7112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3375" y="349250"/>
                </a:moveTo>
                <a:cubicBezTo>
                  <a:pt x="429816" y="349250"/>
                  <a:pt x="508000" y="271066"/>
                  <a:pt x="508000" y="174625"/>
                </a:cubicBezTo>
                <a:cubicBezTo>
                  <a:pt x="508000" y="78184"/>
                  <a:pt x="429816" y="0"/>
                  <a:pt x="333375" y="0"/>
                </a:cubicBezTo>
                <a:cubicBezTo>
                  <a:pt x="236934" y="0"/>
                  <a:pt x="158750" y="78184"/>
                  <a:pt x="158750" y="174625"/>
                </a:cubicBezTo>
                <a:cubicBezTo>
                  <a:pt x="158750" y="193179"/>
                  <a:pt x="161627" y="211138"/>
                  <a:pt x="166985" y="227905"/>
                </a:cubicBezTo>
                <a:lnTo>
                  <a:pt x="6945" y="387945"/>
                </a:lnTo>
                <a:cubicBezTo>
                  <a:pt x="2480" y="392410"/>
                  <a:pt x="0" y="398463"/>
                  <a:pt x="0" y="404813"/>
                </a:cubicBezTo>
                <a:lnTo>
                  <a:pt x="0" y="484187"/>
                </a:lnTo>
                <a:cubicBezTo>
                  <a:pt x="0" y="497384"/>
                  <a:pt x="10616" y="508000"/>
                  <a:pt x="23812" y="508000"/>
                </a:cubicBezTo>
                <a:lnTo>
                  <a:pt x="103188" y="508000"/>
                </a:lnTo>
                <a:cubicBezTo>
                  <a:pt x="116384" y="508000"/>
                  <a:pt x="127000" y="497384"/>
                  <a:pt x="127000" y="484187"/>
                </a:cubicBezTo>
                <a:lnTo>
                  <a:pt x="127000" y="444500"/>
                </a:lnTo>
                <a:lnTo>
                  <a:pt x="166688" y="444500"/>
                </a:lnTo>
                <a:cubicBezTo>
                  <a:pt x="179884" y="444500"/>
                  <a:pt x="190500" y="433884"/>
                  <a:pt x="190500" y="420688"/>
                </a:cubicBezTo>
                <a:lnTo>
                  <a:pt x="190500" y="381000"/>
                </a:lnTo>
                <a:lnTo>
                  <a:pt x="230188" y="381000"/>
                </a:lnTo>
                <a:cubicBezTo>
                  <a:pt x="236538" y="381000"/>
                  <a:pt x="242590" y="378520"/>
                  <a:pt x="247055" y="374055"/>
                </a:cubicBezTo>
                <a:lnTo>
                  <a:pt x="280095" y="341015"/>
                </a:lnTo>
                <a:cubicBezTo>
                  <a:pt x="296862" y="346373"/>
                  <a:pt x="314821" y="349250"/>
                  <a:pt x="333375" y="349250"/>
                </a:cubicBezTo>
                <a:close/>
                <a:moveTo>
                  <a:pt x="373063" y="95250"/>
                </a:moveTo>
                <a:cubicBezTo>
                  <a:pt x="394967" y="95250"/>
                  <a:pt x="412750" y="113033"/>
                  <a:pt x="412750" y="134938"/>
                </a:cubicBezTo>
                <a:cubicBezTo>
                  <a:pt x="412750" y="156842"/>
                  <a:pt x="394967" y="174625"/>
                  <a:pt x="373063" y="174625"/>
                </a:cubicBezTo>
                <a:cubicBezTo>
                  <a:pt x="351158" y="174625"/>
                  <a:pt x="333375" y="156842"/>
                  <a:pt x="333375" y="134938"/>
                </a:cubicBezTo>
                <a:cubicBezTo>
                  <a:pt x="333375" y="113033"/>
                  <a:pt x="351158" y="95250"/>
                  <a:pt x="373063" y="952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22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Key Vault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349500" y="2730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cognidispatch-kv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32385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Stored Secrets: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MONGODB-URI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AZURE-OPENAI-KEY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AZURE-SPEECH-KEY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JWT-SECRET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890000" y="1905000"/>
            <a:ext cx="6096000" cy="3556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927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5143" y="-31750"/>
                </a:moveTo>
                <a:cubicBezTo>
                  <a:pt x="165213" y="-31750"/>
                  <a:pt x="181429" y="-17562"/>
                  <a:pt x="181429" y="0"/>
                </a:cubicBezTo>
                <a:lnTo>
                  <a:pt x="181429" y="95250"/>
                </a:lnTo>
                <a:lnTo>
                  <a:pt x="326571" y="95250"/>
                </a:lnTo>
                <a:lnTo>
                  <a:pt x="326571" y="0"/>
                </a:lnTo>
                <a:cubicBezTo>
                  <a:pt x="326571" y="-17562"/>
                  <a:pt x="342787" y="-31750"/>
                  <a:pt x="362857" y="-31750"/>
                </a:cubicBezTo>
                <a:cubicBezTo>
                  <a:pt x="382928" y="-31750"/>
                  <a:pt x="399143" y="-17562"/>
                  <a:pt x="399143" y="0"/>
                </a:cubicBezTo>
                <a:lnTo>
                  <a:pt x="399143" y="95250"/>
                </a:lnTo>
                <a:lnTo>
                  <a:pt x="471714" y="95250"/>
                </a:lnTo>
                <a:cubicBezTo>
                  <a:pt x="491785" y="95250"/>
                  <a:pt x="508000" y="109438"/>
                  <a:pt x="508000" y="127000"/>
                </a:cubicBezTo>
                <a:cubicBezTo>
                  <a:pt x="508000" y="144562"/>
                  <a:pt x="491785" y="158750"/>
                  <a:pt x="471714" y="158750"/>
                </a:cubicBezTo>
                <a:lnTo>
                  <a:pt x="471714" y="222250"/>
                </a:lnTo>
                <a:cubicBezTo>
                  <a:pt x="471714" y="316607"/>
                  <a:pt x="393246" y="394990"/>
                  <a:pt x="290286" y="410071"/>
                </a:cubicBezTo>
                <a:lnTo>
                  <a:pt x="290286" y="476250"/>
                </a:lnTo>
                <a:cubicBezTo>
                  <a:pt x="290286" y="493812"/>
                  <a:pt x="274071" y="508000"/>
                  <a:pt x="254000" y="508000"/>
                </a:cubicBezTo>
                <a:cubicBezTo>
                  <a:pt x="233929" y="508000"/>
                  <a:pt x="217714" y="493812"/>
                  <a:pt x="217714" y="476250"/>
                </a:cubicBezTo>
                <a:lnTo>
                  <a:pt x="217714" y="410071"/>
                </a:lnTo>
                <a:cubicBezTo>
                  <a:pt x="114754" y="394990"/>
                  <a:pt x="36286" y="316607"/>
                  <a:pt x="36286" y="222250"/>
                </a:cubicBezTo>
                <a:lnTo>
                  <a:pt x="36286" y="158750"/>
                </a:lnTo>
                <a:cubicBezTo>
                  <a:pt x="16215" y="158750"/>
                  <a:pt x="0" y="144562"/>
                  <a:pt x="0" y="127000"/>
                </a:cubicBezTo>
                <a:cubicBezTo>
                  <a:pt x="0" y="109438"/>
                  <a:pt x="16215" y="95250"/>
                  <a:pt x="36286" y="95250"/>
                </a:cubicBezTo>
                <a:lnTo>
                  <a:pt x="108857" y="95250"/>
                </a:lnTo>
                <a:lnTo>
                  <a:pt x="108857" y="0"/>
                </a:lnTo>
                <a:cubicBezTo>
                  <a:pt x="108857" y="-17562"/>
                  <a:pt x="125072" y="-31750"/>
                  <a:pt x="145143" y="-317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969500" y="2222500"/>
            <a:ext cx="469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CSI Secrets Store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271000" y="2857500"/>
            <a:ext cx="533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SecretProviderClass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maps Key Vault secrets directly to Kubernetes pods as inline volume mounts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environment variables exposed in plain text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70000" y="5842000"/>
            <a:ext cx="13716000" cy="228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8000" y="622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04192"/>
                </a:moveTo>
                <a:cubicBezTo>
                  <a:pt x="491218" y="213916"/>
                  <a:pt x="471941" y="221754"/>
                  <a:pt x="451871" y="228005"/>
                </a:cubicBezTo>
                <a:cubicBezTo>
                  <a:pt x="398576" y="244673"/>
                  <a:pt x="328613" y="254000"/>
                  <a:pt x="254000" y="254000"/>
                </a:cubicBezTo>
                <a:cubicBezTo>
                  <a:pt x="179387" y="254000"/>
                  <a:pt x="109311" y="244574"/>
                  <a:pt x="56129" y="228005"/>
                </a:cubicBezTo>
                <a:cubicBezTo>
                  <a:pt x="36172" y="221754"/>
                  <a:pt x="16782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113733" y="365125"/>
                  <a:pt x="254000" y="365125"/>
                </a:cubicBezTo>
                <a:cubicBezTo>
                  <a:pt x="394267" y="365125"/>
                  <a:pt x="508000" y="329605"/>
                  <a:pt x="508000" y="285750"/>
                </a:cubicBezTo>
                <a:lnTo>
                  <a:pt x="508000" y="204192"/>
                </a:lnTo>
                <a:close/>
                <a:moveTo>
                  <a:pt x="508000" y="127000"/>
                </a:moveTo>
                <a:lnTo>
                  <a:pt x="508000" y="79375"/>
                </a:lnTo>
                <a:cubicBezTo>
                  <a:pt x="508000" y="35520"/>
                  <a:pt x="394267" y="0"/>
                  <a:pt x="254000" y="0"/>
                </a:cubicBezTo>
                <a:cubicBezTo>
                  <a:pt x="113733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113733" y="206375"/>
                  <a:pt x="254000" y="206375"/>
                </a:cubicBezTo>
                <a:cubicBezTo>
                  <a:pt x="394267" y="206375"/>
                  <a:pt x="508000" y="170855"/>
                  <a:pt x="508000" y="127000"/>
                </a:cubicBezTo>
                <a:close/>
                <a:moveTo>
                  <a:pt x="451871" y="386755"/>
                </a:moveTo>
                <a:cubicBezTo>
                  <a:pt x="398689" y="403324"/>
                  <a:pt x="328726" y="412750"/>
                  <a:pt x="254000" y="412750"/>
                </a:cubicBezTo>
                <a:cubicBezTo>
                  <a:pt x="179274" y="412750"/>
                  <a:pt x="109311" y="403324"/>
                  <a:pt x="56129" y="386755"/>
                </a:cubicBezTo>
                <a:cubicBezTo>
                  <a:pt x="36172" y="380504"/>
                  <a:pt x="16782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113733" y="508000"/>
                  <a:pt x="254000" y="508000"/>
                </a:cubicBezTo>
                <a:cubicBezTo>
                  <a:pt x="394267" y="508000"/>
                  <a:pt x="508000" y="472480"/>
                  <a:pt x="508000" y="428625"/>
                </a:cubicBezTo>
                <a:lnTo>
                  <a:pt x="508000" y="362942"/>
                </a:lnTo>
                <a:cubicBezTo>
                  <a:pt x="491218" y="372666"/>
                  <a:pt x="471941" y="380504"/>
                  <a:pt x="451871" y="38675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2540000" y="6223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Cosmos DB (MongoDB API)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40000" y="67945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Enterprise-scale document database secured behind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Endpoints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(dns-zone-cosmos-id). Database access is restricted exclusively to within the VNet — no public IP exposure.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144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Passwordless Authentication with Workload Identity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24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53153" y="-9525"/>
                </a:moveTo>
                <a:cubicBezTo>
                  <a:pt x="246698" y="-16907"/>
                  <a:pt x="237278" y="-19883"/>
                  <a:pt x="228388" y="-17145"/>
                </a:cubicBezTo>
                <a:cubicBezTo>
                  <a:pt x="219498" y="-14407"/>
                  <a:pt x="212619" y="-6667"/>
                  <a:pt x="210397" y="3334"/>
                </a:cubicBezTo>
                <a:lnTo>
                  <a:pt x="194204" y="75009"/>
                </a:lnTo>
                <a:cubicBezTo>
                  <a:pt x="193040" y="80248"/>
                  <a:pt x="188278" y="83344"/>
                  <a:pt x="183727" y="81796"/>
                </a:cubicBezTo>
                <a:lnTo>
                  <a:pt x="120438" y="61793"/>
                </a:lnTo>
                <a:cubicBezTo>
                  <a:pt x="111548" y="58936"/>
                  <a:pt x="102023" y="61793"/>
                  <a:pt x="95567" y="69056"/>
                </a:cubicBezTo>
                <a:cubicBezTo>
                  <a:pt x="89112" y="76319"/>
                  <a:pt x="86572" y="87035"/>
                  <a:pt x="89112" y="97036"/>
                </a:cubicBezTo>
                <a:lnTo>
                  <a:pt x="106997" y="168235"/>
                </a:lnTo>
                <a:cubicBezTo>
                  <a:pt x="108268" y="173355"/>
                  <a:pt x="105516" y="178713"/>
                  <a:pt x="100965" y="180023"/>
                </a:cubicBezTo>
                <a:lnTo>
                  <a:pt x="37148" y="198239"/>
                </a:lnTo>
                <a:cubicBezTo>
                  <a:pt x="28258" y="200739"/>
                  <a:pt x="21273" y="208597"/>
                  <a:pt x="18838" y="218599"/>
                </a:cubicBezTo>
                <a:cubicBezTo>
                  <a:pt x="16404" y="228600"/>
                  <a:pt x="19050" y="239197"/>
                  <a:pt x="25612" y="246459"/>
                </a:cubicBezTo>
                <a:lnTo>
                  <a:pt x="72708" y="298013"/>
                </a:lnTo>
                <a:cubicBezTo>
                  <a:pt x="76094" y="301704"/>
                  <a:pt x="76094" y="307896"/>
                  <a:pt x="72708" y="311706"/>
                </a:cubicBezTo>
                <a:lnTo>
                  <a:pt x="25718" y="363260"/>
                </a:lnTo>
                <a:cubicBezTo>
                  <a:pt x="19156" y="370523"/>
                  <a:pt x="16510" y="381119"/>
                  <a:pt x="18944" y="391120"/>
                </a:cubicBezTo>
                <a:cubicBezTo>
                  <a:pt x="21378" y="401122"/>
                  <a:pt x="28363" y="408861"/>
                  <a:pt x="37253" y="411480"/>
                </a:cubicBezTo>
                <a:lnTo>
                  <a:pt x="100965" y="429697"/>
                </a:lnTo>
                <a:cubicBezTo>
                  <a:pt x="105622" y="431006"/>
                  <a:pt x="108373" y="436364"/>
                  <a:pt x="106998" y="441484"/>
                </a:cubicBezTo>
                <a:lnTo>
                  <a:pt x="89112" y="512564"/>
                </a:lnTo>
                <a:cubicBezTo>
                  <a:pt x="86572" y="522565"/>
                  <a:pt x="89112" y="533281"/>
                  <a:pt x="95567" y="540544"/>
                </a:cubicBezTo>
                <a:cubicBezTo>
                  <a:pt x="102023" y="547807"/>
                  <a:pt x="111548" y="550664"/>
                  <a:pt x="120438" y="547807"/>
                </a:cubicBezTo>
                <a:lnTo>
                  <a:pt x="183727" y="527685"/>
                </a:lnTo>
                <a:cubicBezTo>
                  <a:pt x="188278" y="526256"/>
                  <a:pt x="193040" y="529352"/>
                  <a:pt x="194204" y="534472"/>
                </a:cubicBezTo>
                <a:lnTo>
                  <a:pt x="210397" y="606147"/>
                </a:lnTo>
                <a:cubicBezTo>
                  <a:pt x="212619" y="616148"/>
                  <a:pt x="219604" y="624007"/>
                  <a:pt x="228494" y="626745"/>
                </a:cubicBezTo>
                <a:cubicBezTo>
                  <a:pt x="237384" y="629483"/>
                  <a:pt x="246803" y="626507"/>
                  <a:pt x="253259" y="619125"/>
                </a:cubicBezTo>
                <a:lnTo>
                  <a:pt x="299085" y="566142"/>
                </a:lnTo>
                <a:cubicBezTo>
                  <a:pt x="302366" y="562332"/>
                  <a:pt x="307869" y="562332"/>
                  <a:pt x="311256" y="566142"/>
                </a:cubicBezTo>
                <a:lnTo>
                  <a:pt x="356976" y="619125"/>
                </a:lnTo>
                <a:cubicBezTo>
                  <a:pt x="363432" y="626507"/>
                  <a:pt x="372851" y="629483"/>
                  <a:pt x="381741" y="626745"/>
                </a:cubicBezTo>
                <a:cubicBezTo>
                  <a:pt x="390631" y="624007"/>
                  <a:pt x="397510" y="616148"/>
                  <a:pt x="399838" y="606147"/>
                </a:cubicBezTo>
                <a:lnTo>
                  <a:pt x="416031" y="534591"/>
                </a:lnTo>
                <a:cubicBezTo>
                  <a:pt x="417195" y="529352"/>
                  <a:pt x="421958" y="526256"/>
                  <a:pt x="426508" y="527804"/>
                </a:cubicBezTo>
                <a:lnTo>
                  <a:pt x="489797" y="547926"/>
                </a:lnTo>
                <a:cubicBezTo>
                  <a:pt x="498687" y="550783"/>
                  <a:pt x="508212" y="547926"/>
                  <a:pt x="514667" y="540663"/>
                </a:cubicBezTo>
                <a:cubicBezTo>
                  <a:pt x="521123" y="533400"/>
                  <a:pt x="523663" y="522684"/>
                  <a:pt x="521123" y="512683"/>
                </a:cubicBezTo>
                <a:lnTo>
                  <a:pt x="503238" y="441484"/>
                </a:lnTo>
                <a:cubicBezTo>
                  <a:pt x="501968" y="436364"/>
                  <a:pt x="504719" y="431006"/>
                  <a:pt x="509270" y="429697"/>
                </a:cubicBezTo>
                <a:lnTo>
                  <a:pt x="572982" y="411480"/>
                </a:lnTo>
                <a:cubicBezTo>
                  <a:pt x="581872" y="408980"/>
                  <a:pt x="588857" y="401122"/>
                  <a:pt x="591291" y="391120"/>
                </a:cubicBezTo>
                <a:cubicBezTo>
                  <a:pt x="593725" y="381119"/>
                  <a:pt x="591079" y="370403"/>
                  <a:pt x="584518" y="363260"/>
                </a:cubicBezTo>
                <a:lnTo>
                  <a:pt x="537422" y="311706"/>
                </a:lnTo>
                <a:cubicBezTo>
                  <a:pt x="534035" y="308015"/>
                  <a:pt x="534035" y="301823"/>
                  <a:pt x="537422" y="298013"/>
                </a:cubicBezTo>
                <a:lnTo>
                  <a:pt x="584518" y="246459"/>
                </a:lnTo>
                <a:cubicBezTo>
                  <a:pt x="591079" y="239197"/>
                  <a:pt x="593725" y="228600"/>
                  <a:pt x="591291" y="218599"/>
                </a:cubicBezTo>
                <a:cubicBezTo>
                  <a:pt x="588857" y="208597"/>
                  <a:pt x="581872" y="200858"/>
                  <a:pt x="572982" y="198239"/>
                </a:cubicBezTo>
                <a:lnTo>
                  <a:pt x="509270" y="180022"/>
                </a:lnTo>
                <a:cubicBezTo>
                  <a:pt x="504613" y="178713"/>
                  <a:pt x="501862" y="173355"/>
                  <a:pt x="503238" y="168235"/>
                </a:cubicBezTo>
                <a:lnTo>
                  <a:pt x="521123" y="97036"/>
                </a:lnTo>
                <a:cubicBezTo>
                  <a:pt x="523663" y="87035"/>
                  <a:pt x="521123" y="76319"/>
                  <a:pt x="514668" y="69056"/>
                </a:cubicBezTo>
                <a:cubicBezTo>
                  <a:pt x="508212" y="61793"/>
                  <a:pt x="498687" y="58936"/>
                  <a:pt x="489797" y="61793"/>
                </a:cubicBezTo>
                <a:lnTo>
                  <a:pt x="426508" y="81915"/>
                </a:lnTo>
                <a:cubicBezTo>
                  <a:pt x="421958" y="83344"/>
                  <a:pt x="417195" y="80248"/>
                  <a:pt x="416031" y="75128"/>
                </a:cubicBezTo>
                <a:lnTo>
                  <a:pt x="399838" y="3334"/>
                </a:lnTo>
                <a:cubicBezTo>
                  <a:pt x="397616" y="-6667"/>
                  <a:pt x="390631" y="-14526"/>
                  <a:pt x="381741" y="-17264"/>
                </a:cubicBezTo>
                <a:cubicBezTo>
                  <a:pt x="372851" y="-20002"/>
                  <a:pt x="363432" y="-17026"/>
                  <a:pt x="356976" y="-9644"/>
                </a:cubicBezTo>
                <a:lnTo>
                  <a:pt x="311150" y="43458"/>
                </a:lnTo>
                <a:cubicBezTo>
                  <a:pt x="307869" y="47268"/>
                  <a:pt x="302366" y="47268"/>
                  <a:pt x="298979" y="43458"/>
                </a:cubicBezTo>
                <a:lnTo>
                  <a:pt x="253153" y="-952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Kubernetes OIDC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55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OIDC Issuer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AKS cluster establishes trust with Microsoft Entra ID via OIDC discovery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Token-based auth without passwords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23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84586" y="101441"/>
                </a:moveTo>
                <a:lnTo>
                  <a:pt x="161184" y="255746"/>
                </a:lnTo>
                <a:cubicBezTo>
                  <a:pt x="156316" y="261818"/>
                  <a:pt x="156528" y="271224"/>
                  <a:pt x="161713" y="277058"/>
                </a:cubicBezTo>
                <a:cubicBezTo>
                  <a:pt x="193993" y="313373"/>
                  <a:pt x="246380" y="313373"/>
                  <a:pt x="278659" y="277058"/>
                </a:cubicBezTo>
                <a:lnTo>
                  <a:pt x="312314" y="239197"/>
                </a:lnTo>
                <a:cubicBezTo>
                  <a:pt x="316759" y="234196"/>
                  <a:pt x="322368" y="231458"/>
                  <a:pt x="328083" y="230981"/>
                </a:cubicBezTo>
                <a:cubicBezTo>
                  <a:pt x="335280" y="230267"/>
                  <a:pt x="342688" y="233005"/>
                  <a:pt x="348192" y="239197"/>
                </a:cubicBezTo>
                <a:lnTo>
                  <a:pt x="535093" y="447675"/>
                </a:lnTo>
                <a:lnTo>
                  <a:pt x="609600" y="381000"/>
                </a:lnTo>
                <a:lnTo>
                  <a:pt x="609600" y="38100"/>
                </a:lnTo>
                <a:lnTo>
                  <a:pt x="491067" y="114300"/>
                </a:lnTo>
                <a:lnTo>
                  <a:pt x="465878" y="95369"/>
                </a:lnTo>
                <a:cubicBezTo>
                  <a:pt x="449157" y="82867"/>
                  <a:pt x="429577" y="76200"/>
                  <a:pt x="409469" y="76200"/>
                </a:cubicBezTo>
                <a:lnTo>
                  <a:pt x="334963" y="76200"/>
                </a:lnTo>
                <a:cubicBezTo>
                  <a:pt x="333798" y="76200"/>
                  <a:pt x="332528" y="76200"/>
                  <a:pt x="331364" y="76319"/>
                </a:cubicBezTo>
                <a:cubicBezTo>
                  <a:pt x="313478" y="77391"/>
                  <a:pt x="296651" y="86439"/>
                  <a:pt x="284586" y="101441"/>
                </a:cubicBezTo>
                <a:close/>
                <a:moveTo>
                  <a:pt x="123402" y="217527"/>
                </a:moveTo>
                <a:lnTo>
                  <a:pt x="236432" y="76200"/>
                </a:lnTo>
                <a:lnTo>
                  <a:pt x="194522" y="76200"/>
                </a:lnTo>
                <a:cubicBezTo>
                  <a:pt x="167534" y="76200"/>
                  <a:pt x="141711" y="88225"/>
                  <a:pt x="122661" y="109657"/>
                </a:cubicBezTo>
                <a:lnTo>
                  <a:pt x="118533" y="114300"/>
                </a:lnTo>
                <a:lnTo>
                  <a:pt x="0" y="38100"/>
                </a:lnTo>
                <a:lnTo>
                  <a:pt x="0" y="381000"/>
                </a:lnTo>
                <a:lnTo>
                  <a:pt x="165523" y="536138"/>
                </a:lnTo>
                <a:cubicBezTo>
                  <a:pt x="189865" y="558998"/>
                  <a:pt x="220557" y="571500"/>
                  <a:pt x="252201" y="571500"/>
                </a:cubicBezTo>
                <a:lnTo>
                  <a:pt x="268817" y="571500"/>
                </a:lnTo>
                <a:lnTo>
                  <a:pt x="261408" y="563166"/>
                </a:lnTo>
                <a:cubicBezTo>
                  <a:pt x="251460" y="551974"/>
                  <a:pt x="251460" y="533876"/>
                  <a:pt x="261408" y="522803"/>
                </a:cubicBezTo>
                <a:cubicBezTo>
                  <a:pt x="271357" y="511731"/>
                  <a:pt x="287443" y="511612"/>
                  <a:pt x="297286" y="522803"/>
                </a:cubicBezTo>
                <a:lnTo>
                  <a:pt x="340677" y="571619"/>
                </a:lnTo>
                <a:lnTo>
                  <a:pt x="350203" y="571619"/>
                </a:lnTo>
                <a:cubicBezTo>
                  <a:pt x="370417" y="571619"/>
                  <a:pt x="390208" y="566499"/>
                  <a:pt x="408199" y="556974"/>
                </a:cubicBezTo>
                <a:lnTo>
                  <a:pt x="379942" y="525066"/>
                </a:lnTo>
                <a:cubicBezTo>
                  <a:pt x="369993" y="513874"/>
                  <a:pt x="369993" y="495776"/>
                  <a:pt x="379942" y="484703"/>
                </a:cubicBezTo>
                <a:cubicBezTo>
                  <a:pt x="389890" y="473631"/>
                  <a:pt x="405977" y="473512"/>
                  <a:pt x="415819" y="484703"/>
                </a:cubicBezTo>
                <a:lnTo>
                  <a:pt x="449686" y="522803"/>
                </a:lnTo>
                <a:lnTo>
                  <a:pt x="468207" y="501968"/>
                </a:lnTo>
                <a:cubicBezTo>
                  <a:pt x="477626" y="491371"/>
                  <a:pt x="480377" y="476012"/>
                  <a:pt x="476250" y="462558"/>
                </a:cubicBezTo>
                <a:lnTo>
                  <a:pt x="330306" y="299680"/>
                </a:lnTo>
                <a:lnTo>
                  <a:pt x="314537" y="317421"/>
                </a:lnTo>
                <a:cubicBezTo>
                  <a:pt x="262361" y="376118"/>
                  <a:pt x="177906" y="376118"/>
                  <a:pt x="125730" y="317421"/>
                </a:cubicBezTo>
                <a:cubicBezTo>
                  <a:pt x="101388" y="290036"/>
                  <a:pt x="100436" y="246102"/>
                  <a:pt x="123402" y="21740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Federated Identity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0000" y="3937000"/>
            <a:ext cx="355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Federated Credentials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Connects K8s ServiceAccounts to User-Assigned Managed Identities in Azure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client secrets stored in Kubernetes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584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522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37067" y="295275"/>
                </a:moveTo>
                <a:cubicBezTo>
                  <a:pt x="307160" y="295275"/>
                  <a:pt x="364067" y="231255"/>
                  <a:pt x="364067" y="152400"/>
                </a:cubicBezTo>
                <a:cubicBezTo>
                  <a:pt x="364067" y="73545"/>
                  <a:pt x="307160" y="9525"/>
                  <a:pt x="237067" y="9525"/>
                </a:cubicBezTo>
                <a:cubicBezTo>
                  <a:pt x="166973" y="9525"/>
                  <a:pt x="110067" y="73545"/>
                  <a:pt x="110067" y="152400"/>
                </a:cubicBezTo>
                <a:cubicBezTo>
                  <a:pt x="110067" y="231255"/>
                  <a:pt x="166973" y="295275"/>
                  <a:pt x="237067" y="295275"/>
                </a:cubicBezTo>
                <a:close/>
                <a:moveTo>
                  <a:pt x="205634" y="361950"/>
                </a:moveTo>
                <a:cubicBezTo>
                  <a:pt x="101388" y="361950"/>
                  <a:pt x="16933" y="456962"/>
                  <a:pt x="16933" y="574238"/>
                </a:cubicBezTo>
                <a:cubicBezTo>
                  <a:pt x="16933" y="593765"/>
                  <a:pt x="31009" y="609600"/>
                  <a:pt x="48366" y="609600"/>
                </a:cubicBezTo>
                <a:lnTo>
                  <a:pt x="314537" y="609600"/>
                </a:lnTo>
                <a:cubicBezTo>
                  <a:pt x="276225" y="558879"/>
                  <a:pt x="254000" y="493514"/>
                  <a:pt x="254000" y="424339"/>
                </a:cubicBezTo>
                <a:lnTo>
                  <a:pt x="254000" y="387310"/>
                </a:lnTo>
                <a:cubicBezTo>
                  <a:pt x="254000" y="378619"/>
                  <a:pt x="255058" y="370046"/>
                  <a:pt x="257069" y="361950"/>
                </a:cubicBezTo>
                <a:lnTo>
                  <a:pt x="205634" y="361950"/>
                </a:lnTo>
                <a:close/>
                <a:moveTo>
                  <a:pt x="471276" y="581620"/>
                </a:moveTo>
                <a:lnTo>
                  <a:pt x="457200" y="589121"/>
                </a:lnTo>
                <a:lnTo>
                  <a:pt x="457200" y="365165"/>
                </a:lnTo>
                <a:lnTo>
                  <a:pt x="558800" y="403265"/>
                </a:lnTo>
                <a:lnTo>
                  <a:pt x="558800" y="426601"/>
                </a:lnTo>
                <a:cubicBezTo>
                  <a:pt x="558800" y="493038"/>
                  <a:pt x="524722" y="553403"/>
                  <a:pt x="471276" y="581739"/>
                </a:cubicBezTo>
                <a:close/>
                <a:moveTo>
                  <a:pt x="446511" y="308967"/>
                </a:moveTo>
                <a:lnTo>
                  <a:pt x="327977" y="353378"/>
                </a:lnTo>
                <a:cubicBezTo>
                  <a:pt x="314113" y="358616"/>
                  <a:pt x="304800" y="373142"/>
                  <a:pt x="304800" y="389573"/>
                </a:cubicBezTo>
                <a:lnTo>
                  <a:pt x="304800" y="426601"/>
                </a:lnTo>
                <a:cubicBezTo>
                  <a:pt x="304800" y="515183"/>
                  <a:pt x="350308" y="595789"/>
                  <a:pt x="421428" y="633413"/>
                </a:cubicBezTo>
                <a:lnTo>
                  <a:pt x="441007" y="643771"/>
                </a:lnTo>
                <a:cubicBezTo>
                  <a:pt x="446088" y="646390"/>
                  <a:pt x="451591" y="647819"/>
                  <a:pt x="457094" y="647819"/>
                </a:cubicBezTo>
                <a:cubicBezTo>
                  <a:pt x="462597" y="647819"/>
                  <a:pt x="468207" y="646390"/>
                  <a:pt x="473181" y="643771"/>
                </a:cubicBezTo>
                <a:lnTo>
                  <a:pt x="492760" y="633413"/>
                </a:lnTo>
                <a:cubicBezTo>
                  <a:pt x="564092" y="595670"/>
                  <a:pt x="609600" y="515064"/>
                  <a:pt x="609600" y="426482"/>
                </a:cubicBezTo>
                <a:lnTo>
                  <a:pt x="609600" y="389453"/>
                </a:lnTo>
                <a:cubicBezTo>
                  <a:pt x="609600" y="373023"/>
                  <a:pt x="600287" y="358497"/>
                  <a:pt x="586423" y="353258"/>
                </a:cubicBezTo>
                <a:lnTo>
                  <a:pt x="467889" y="308848"/>
                </a:lnTo>
                <a:cubicBezTo>
                  <a:pt x="460904" y="306229"/>
                  <a:pt x="453390" y="306229"/>
                  <a:pt x="446511" y="3088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RBAC Access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49000" y="3937000"/>
            <a:ext cx="355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Vault Secrets User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role assigned to Managed Identity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ServiceAccount annotated with azure.workload.identity/client-id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Triage &amp; Damage Recognition Engine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220663" y="0"/>
                  <a:pt x="152400" y="51197"/>
                  <a:pt x="152400" y="114300"/>
                </a:cubicBezTo>
                <a:lnTo>
                  <a:pt x="152400" y="266700"/>
                </a:lnTo>
                <a:cubicBezTo>
                  <a:pt x="152400" y="329803"/>
                  <a:pt x="220663" y="381000"/>
                  <a:pt x="304800" y="381000"/>
                </a:cubicBezTo>
                <a:cubicBezTo>
                  <a:pt x="388938" y="381000"/>
                  <a:pt x="457200" y="329803"/>
                  <a:pt x="457200" y="266700"/>
                </a:cubicBezTo>
                <a:lnTo>
                  <a:pt x="457200" y="114300"/>
                </a:lnTo>
                <a:cubicBezTo>
                  <a:pt x="457200" y="51197"/>
                  <a:pt x="388938" y="0"/>
                  <a:pt x="304800" y="0"/>
                </a:cubicBezTo>
                <a:close/>
                <a:moveTo>
                  <a:pt x="76200" y="219075"/>
                </a:moveTo>
                <a:cubicBezTo>
                  <a:pt x="76200" y="203240"/>
                  <a:pt x="59214" y="190500"/>
                  <a:pt x="38100" y="190500"/>
                </a:cubicBezTo>
                <a:cubicBezTo>
                  <a:pt x="16986" y="190500"/>
                  <a:pt x="0" y="203240"/>
                  <a:pt x="0" y="219075"/>
                </a:cubicBezTo>
                <a:lnTo>
                  <a:pt x="0" y="266700"/>
                </a:lnTo>
                <a:cubicBezTo>
                  <a:pt x="0" y="383262"/>
                  <a:pt x="116364" y="479465"/>
                  <a:pt x="266700" y="493514"/>
                </a:cubicBezTo>
                <a:lnTo>
                  <a:pt x="266700" y="552450"/>
                </a:lnTo>
                <a:lnTo>
                  <a:pt x="190500" y="552450"/>
                </a:lnTo>
                <a:cubicBezTo>
                  <a:pt x="169386" y="552450"/>
                  <a:pt x="152400" y="565190"/>
                  <a:pt x="152400" y="581025"/>
                </a:cubicBezTo>
                <a:cubicBezTo>
                  <a:pt x="152400" y="596860"/>
                  <a:pt x="169386" y="609600"/>
                  <a:pt x="190500" y="609600"/>
                </a:cubicBezTo>
                <a:lnTo>
                  <a:pt x="419100" y="609600"/>
                </a:lnTo>
                <a:cubicBezTo>
                  <a:pt x="440214" y="609600"/>
                  <a:pt x="457200" y="596860"/>
                  <a:pt x="457200" y="581025"/>
                </a:cubicBezTo>
                <a:cubicBezTo>
                  <a:pt x="457200" y="565190"/>
                  <a:pt x="440214" y="552450"/>
                  <a:pt x="419100" y="552450"/>
                </a:cubicBezTo>
                <a:lnTo>
                  <a:pt x="342900" y="552450"/>
                </a:lnTo>
                <a:lnTo>
                  <a:pt x="342900" y="493514"/>
                </a:lnTo>
                <a:cubicBezTo>
                  <a:pt x="493236" y="479465"/>
                  <a:pt x="609600" y="383262"/>
                  <a:pt x="609600" y="266700"/>
                </a:cubicBezTo>
                <a:lnTo>
                  <a:pt x="609600" y="219075"/>
                </a:lnTo>
                <a:cubicBezTo>
                  <a:pt x="609600" y="203240"/>
                  <a:pt x="592614" y="190500"/>
                  <a:pt x="571500" y="190500"/>
                </a:cubicBezTo>
                <a:cubicBezTo>
                  <a:pt x="550386" y="190500"/>
                  <a:pt x="533400" y="203240"/>
                  <a:pt x="533400" y="219075"/>
                </a:cubicBezTo>
                <a:lnTo>
                  <a:pt x="533400" y="266700"/>
                </a:lnTo>
                <a:cubicBezTo>
                  <a:pt x="533400" y="361355"/>
                  <a:pt x="431006" y="438150"/>
                  <a:pt x="304800" y="438150"/>
                </a:cubicBezTo>
                <a:cubicBezTo>
                  <a:pt x="178594" y="438150"/>
                  <a:pt x="76200" y="361355"/>
                  <a:pt x="76200" y="266700"/>
                </a:cubicBezTo>
                <a:lnTo>
                  <a:pt x="76200" y="2190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3937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Input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381500"/>
            <a:ext cx="228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Speech Services generates secure temp tokens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0" y="3175000"/>
            <a:ext cx="1524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064000" y="2540000"/>
            <a:ext cx="1270000" cy="1270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0" name="Shape 8"/>
          <p:cNvSpPr/>
          <p:nvPr/>
        </p:nvSpPr>
        <p:spPr>
          <a:xfrm>
            <a:off x="4394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69333" y="0"/>
                </a:moveTo>
                <a:cubicBezTo>
                  <a:pt x="188066" y="0"/>
                  <a:pt x="203200" y="17026"/>
                  <a:pt x="203200" y="38100"/>
                </a:cubicBezTo>
                <a:lnTo>
                  <a:pt x="203200" y="76200"/>
                </a:lnTo>
                <a:lnTo>
                  <a:pt x="338667" y="76200"/>
                </a:lnTo>
                <a:cubicBezTo>
                  <a:pt x="357399" y="76200"/>
                  <a:pt x="372533" y="93226"/>
                  <a:pt x="372533" y="114300"/>
                </a:cubicBezTo>
                <a:cubicBezTo>
                  <a:pt x="372533" y="135374"/>
                  <a:pt x="357399" y="152400"/>
                  <a:pt x="338667" y="152400"/>
                </a:cubicBezTo>
                <a:lnTo>
                  <a:pt x="328507" y="152400"/>
                </a:lnTo>
                <a:lnTo>
                  <a:pt x="319617" y="179903"/>
                </a:lnTo>
                <a:cubicBezTo>
                  <a:pt x="302260" y="233720"/>
                  <a:pt x="276119" y="282892"/>
                  <a:pt x="243205" y="325160"/>
                </a:cubicBezTo>
                <a:cubicBezTo>
                  <a:pt x="258233" y="335637"/>
                  <a:pt x="273897" y="344924"/>
                  <a:pt x="290195" y="353139"/>
                </a:cubicBezTo>
                <a:lnTo>
                  <a:pt x="343535" y="379809"/>
                </a:lnTo>
                <a:lnTo>
                  <a:pt x="409363" y="213122"/>
                </a:lnTo>
                <a:cubicBezTo>
                  <a:pt x="414761" y="199311"/>
                  <a:pt x="426932" y="190500"/>
                  <a:pt x="440267" y="190500"/>
                </a:cubicBezTo>
                <a:cubicBezTo>
                  <a:pt x="453602" y="190500"/>
                  <a:pt x="465772" y="199311"/>
                  <a:pt x="471170" y="213122"/>
                </a:cubicBezTo>
                <a:lnTo>
                  <a:pt x="606637" y="556022"/>
                </a:lnTo>
                <a:cubicBezTo>
                  <a:pt x="614257" y="575310"/>
                  <a:pt x="606531" y="597813"/>
                  <a:pt x="589492" y="606266"/>
                </a:cubicBezTo>
                <a:cubicBezTo>
                  <a:pt x="572452" y="614720"/>
                  <a:pt x="552344" y="606147"/>
                  <a:pt x="544830" y="586978"/>
                </a:cubicBezTo>
                <a:lnTo>
                  <a:pt x="523663" y="533400"/>
                </a:lnTo>
                <a:lnTo>
                  <a:pt x="356976" y="533400"/>
                </a:lnTo>
                <a:lnTo>
                  <a:pt x="335809" y="586978"/>
                </a:lnTo>
                <a:cubicBezTo>
                  <a:pt x="328189" y="606266"/>
                  <a:pt x="308187" y="614839"/>
                  <a:pt x="291147" y="606266"/>
                </a:cubicBezTo>
                <a:cubicBezTo>
                  <a:pt x="274108" y="597694"/>
                  <a:pt x="266382" y="575191"/>
                  <a:pt x="274002" y="556022"/>
                </a:cubicBezTo>
                <a:lnTo>
                  <a:pt x="316124" y="449461"/>
                </a:lnTo>
                <a:lnTo>
                  <a:pt x="262784" y="422791"/>
                </a:lnTo>
                <a:cubicBezTo>
                  <a:pt x="238442" y="410647"/>
                  <a:pt x="215159" y="396121"/>
                  <a:pt x="193146" y="379452"/>
                </a:cubicBezTo>
                <a:cubicBezTo>
                  <a:pt x="170603" y="399931"/>
                  <a:pt x="145944" y="417790"/>
                  <a:pt x="119592" y="432673"/>
                </a:cubicBezTo>
                <a:lnTo>
                  <a:pt x="82867" y="453152"/>
                </a:lnTo>
                <a:cubicBezTo>
                  <a:pt x="66146" y="462558"/>
                  <a:pt x="45826" y="454938"/>
                  <a:pt x="37465" y="436126"/>
                </a:cubicBezTo>
                <a:cubicBezTo>
                  <a:pt x="29104" y="417314"/>
                  <a:pt x="35878" y="394454"/>
                  <a:pt x="52599" y="385048"/>
                </a:cubicBezTo>
                <a:lnTo>
                  <a:pt x="89112" y="364450"/>
                </a:lnTo>
                <a:cubicBezTo>
                  <a:pt x="106362" y="354687"/>
                  <a:pt x="122767" y="343376"/>
                  <a:pt x="138218" y="330756"/>
                </a:cubicBezTo>
                <a:cubicBezTo>
                  <a:pt x="123613" y="315635"/>
                  <a:pt x="109855" y="299323"/>
                  <a:pt x="97049" y="282059"/>
                </a:cubicBezTo>
                <a:lnTo>
                  <a:pt x="86360" y="267533"/>
                </a:lnTo>
                <a:cubicBezTo>
                  <a:pt x="74401" y="251341"/>
                  <a:pt x="76306" y="227290"/>
                  <a:pt x="90699" y="213836"/>
                </a:cubicBezTo>
                <a:cubicBezTo>
                  <a:pt x="105092" y="200382"/>
                  <a:pt x="126471" y="202525"/>
                  <a:pt x="138430" y="218718"/>
                </a:cubicBezTo>
                <a:lnTo>
                  <a:pt x="149225" y="233243"/>
                </a:lnTo>
                <a:cubicBezTo>
                  <a:pt x="161396" y="249793"/>
                  <a:pt x="174731" y="265152"/>
                  <a:pt x="188807" y="279321"/>
                </a:cubicBezTo>
                <a:cubicBezTo>
                  <a:pt x="217911" y="243126"/>
                  <a:pt x="240877" y="200620"/>
                  <a:pt x="256011" y="153829"/>
                </a:cubicBezTo>
                <a:lnTo>
                  <a:pt x="256540" y="152400"/>
                </a:lnTo>
                <a:lnTo>
                  <a:pt x="33972" y="152400"/>
                </a:lnTo>
                <a:cubicBezTo>
                  <a:pt x="15134" y="152400"/>
                  <a:pt x="0" y="135374"/>
                  <a:pt x="0" y="114300"/>
                </a:cubicBezTo>
                <a:cubicBezTo>
                  <a:pt x="0" y="93226"/>
                  <a:pt x="15134" y="76200"/>
                  <a:pt x="33867" y="76200"/>
                </a:cubicBezTo>
                <a:lnTo>
                  <a:pt x="135467" y="76200"/>
                </a:lnTo>
                <a:lnTo>
                  <a:pt x="135467" y="38100"/>
                </a:lnTo>
                <a:cubicBezTo>
                  <a:pt x="135467" y="17026"/>
                  <a:pt x="150601" y="0"/>
                  <a:pt x="169333" y="0"/>
                </a:cubicBezTo>
                <a:close/>
                <a:moveTo>
                  <a:pt x="440267" y="322421"/>
                </a:moveTo>
                <a:lnTo>
                  <a:pt x="387033" y="457200"/>
                </a:lnTo>
                <a:lnTo>
                  <a:pt x="493501" y="457200"/>
                </a:lnTo>
                <a:lnTo>
                  <a:pt x="440267" y="3224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83000" y="3937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Parsing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56000" y="4381500"/>
            <a:ext cx="228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GPT-4o extracts keywords and classifies emergencies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0" y="3175000"/>
            <a:ext cx="1524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858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5" name="Shape 13"/>
          <p:cNvSpPr/>
          <p:nvPr/>
        </p:nvSpPr>
        <p:spPr>
          <a:xfrm>
            <a:off x="7188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38100"/>
                </a:moveTo>
                <a:cubicBezTo>
                  <a:pt x="219287" y="38100"/>
                  <a:pt x="150813" y="81915"/>
                  <a:pt x="100965" y="134064"/>
                </a:cubicBezTo>
                <a:cubicBezTo>
                  <a:pt x="51435" y="185857"/>
                  <a:pt x="18309" y="247650"/>
                  <a:pt x="2540" y="290155"/>
                </a:cubicBezTo>
                <a:cubicBezTo>
                  <a:pt x="-952" y="299561"/>
                  <a:pt x="-952" y="310039"/>
                  <a:pt x="2540" y="319445"/>
                </a:cubicBezTo>
                <a:cubicBezTo>
                  <a:pt x="18309" y="361950"/>
                  <a:pt x="51435" y="423863"/>
                  <a:pt x="100965" y="475536"/>
                </a:cubicBezTo>
                <a:cubicBezTo>
                  <a:pt x="150813" y="527566"/>
                  <a:pt x="219287" y="571500"/>
                  <a:pt x="304800" y="571500"/>
                </a:cubicBezTo>
                <a:cubicBezTo>
                  <a:pt x="390313" y="571500"/>
                  <a:pt x="458787" y="527685"/>
                  <a:pt x="508635" y="475536"/>
                </a:cubicBezTo>
                <a:cubicBezTo>
                  <a:pt x="558165" y="423743"/>
                  <a:pt x="591291" y="361950"/>
                  <a:pt x="607060" y="319445"/>
                </a:cubicBezTo>
                <a:cubicBezTo>
                  <a:pt x="610552" y="310039"/>
                  <a:pt x="610552" y="299561"/>
                  <a:pt x="607060" y="290155"/>
                </a:cubicBezTo>
                <a:cubicBezTo>
                  <a:pt x="591291" y="247650"/>
                  <a:pt x="558165" y="185737"/>
                  <a:pt x="508635" y="134064"/>
                </a:cubicBezTo>
                <a:cubicBezTo>
                  <a:pt x="458787" y="82034"/>
                  <a:pt x="390313" y="38100"/>
                  <a:pt x="304800" y="38100"/>
                </a:cubicBezTo>
                <a:close/>
                <a:moveTo>
                  <a:pt x="152400" y="304800"/>
                </a:moveTo>
                <a:cubicBezTo>
                  <a:pt x="152400" y="210174"/>
                  <a:pt x="220688" y="133350"/>
                  <a:pt x="304800" y="133350"/>
                </a:cubicBezTo>
                <a:cubicBezTo>
                  <a:pt x="388912" y="133350"/>
                  <a:pt x="457200" y="210174"/>
                  <a:pt x="457200" y="304800"/>
                </a:cubicBezTo>
                <a:cubicBezTo>
                  <a:pt x="457200" y="399426"/>
                  <a:pt x="388912" y="476250"/>
                  <a:pt x="304800" y="476250"/>
                </a:cubicBezTo>
                <a:cubicBezTo>
                  <a:pt x="220688" y="476250"/>
                  <a:pt x="152400" y="399426"/>
                  <a:pt x="152400" y="304800"/>
                </a:cubicBezTo>
                <a:close/>
                <a:moveTo>
                  <a:pt x="304800" y="228600"/>
                </a:moveTo>
                <a:cubicBezTo>
                  <a:pt x="304800" y="270629"/>
                  <a:pt x="274426" y="304800"/>
                  <a:pt x="237067" y="304800"/>
                </a:cubicBezTo>
                <a:cubicBezTo>
                  <a:pt x="224896" y="304800"/>
                  <a:pt x="213466" y="301228"/>
                  <a:pt x="203518" y="294799"/>
                </a:cubicBezTo>
                <a:cubicBezTo>
                  <a:pt x="202459" y="307777"/>
                  <a:pt x="203412" y="321112"/>
                  <a:pt x="206587" y="334328"/>
                </a:cubicBezTo>
                <a:cubicBezTo>
                  <a:pt x="221086" y="395287"/>
                  <a:pt x="276860" y="431483"/>
                  <a:pt x="331047" y="415171"/>
                </a:cubicBezTo>
                <a:cubicBezTo>
                  <a:pt x="385233" y="398859"/>
                  <a:pt x="417407" y="336113"/>
                  <a:pt x="402908" y="275153"/>
                </a:cubicBezTo>
                <a:cubicBezTo>
                  <a:pt x="389996" y="220742"/>
                  <a:pt x="344170" y="186095"/>
                  <a:pt x="295910" y="190857"/>
                </a:cubicBezTo>
                <a:cubicBezTo>
                  <a:pt x="301519" y="201930"/>
                  <a:pt x="304800" y="214789"/>
                  <a:pt x="30480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0" y="3937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 Scan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0000" y="4381500"/>
            <a:ext cx="228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 detects severity and recommends containment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3175000"/>
            <a:ext cx="1524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9652000" y="2540000"/>
            <a:ext cx="1270000" cy="1270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0" name="Shape 18"/>
          <p:cNvSpPr/>
          <p:nvPr/>
        </p:nvSpPr>
        <p:spPr>
          <a:xfrm>
            <a:off x="9982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271000" y="3937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Link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4381500"/>
            <a:ext cx="228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AI traffic over Azure private backbone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22000" y="3175000"/>
            <a:ext cx="1524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2446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5" name="Shape 23"/>
          <p:cNvSpPr/>
          <p:nvPr/>
        </p:nvSpPr>
        <p:spPr>
          <a:xfrm>
            <a:off x="12776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" y="114300"/>
                </a:moveTo>
                <a:cubicBezTo>
                  <a:pt x="60960" y="72271"/>
                  <a:pt x="88297" y="38100"/>
                  <a:pt x="121920" y="38100"/>
                </a:cubicBezTo>
                <a:lnTo>
                  <a:pt x="396240" y="38100"/>
                </a:lnTo>
                <a:cubicBezTo>
                  <a:pt x="429863" y="38100"/>
                  <a:pt x="457200" y="72271"/>
                  <a:pt x="457200" y="114300"/>
                </a:cubicBezTo>
                <a:lnTo>
                  <a:pt x="457200" y="152400"/>
                </a:lnTo>
                <a:lnTo>
                  <a:pt x="505492" y="152400"/>
                </a:lnTo>
                <a:cubicBezTo>
                  <a:pt x="521684" y="152400"/>
                  <a:pt x="537210" y="160377"/>
                  <a:pt x="548640" y="174665"/>
                </a:cubicBezTo>
                <a:lnTo>
                  <a:pt x="591788" y="228600"/>
                </a:lnTo>
                <a:cubicBezTo>
                  <a:pt x="603218" y="242888"/>
                  <a:pt x="609600" y="262295"/>
                  <a:pt x="609600" y="282535"/>
                </a:cubicBezTo>
                <a:lnTo>
                  <a:pt x="609600" y="457200"/>
                </a:lnTo>
                <a:cubicBezTo>
                  <a:pt x="609600" y="499229"/>
                  <a:pt x="582263" y="533400"/>
                  <a:pt x="548640" y="533400"/>
                </a:cubicBezTo>
                <a:lnTo>
                  <a:pt x="545497" y="533400"/>
                </a:lnTo>
                <a:cubicBezTo>
                  <a:pt x="535591" y="577334"/>
                  <a:pt x="503206" y="609600"/>
                  <a:pt x="464820" y="609600"/>
                </a:cubicBezTo>
                <a:cubicBezTo>
                  <a:pt x="426434" y="609600"/>
                  <a:pt x="394145" y="577334"/>
                  <a:pt x="384143" y="533400"/>
                </a:cubicBezTo>
                <a:lnTo>
                  <a:pt x="286417" y="533400"/>
                </a:lnTo>
                <a:cubicBezTo>
                  <a:pt x="276511" y="577334"/>
                  <a:pt x="244126" y="609600"/>
                  <a:pt x="205740" y="609600"/>
                </a:cubicBezTo>
                <a:cubicBezTo>
                  <a:pt x="167354" y="609600"/>
                  <a:pt x="135065" y="577334"/>
                  <a:pt x="125063" y="533400"/>
                </a:cubicBezTo>
                <a:lnTo>
                  <a:pt x="121920" y="533400"/>
                </a:lnTo>
                <a:cubicBezTo>
                  <a:pt x="88297" y="533400"/>
                  <a:pt x="60960" y="499229"/>
                  <a:pt x="60960" y="457200"/>
                </a:cubicBezTo>
                <a:lnTo>
                  <a:pt x="60960" y="400050"/>
                </a:lnTo>
                <a:lnTo>
                  <a:pt x="22860" y="400050"/>
                </a:lnTo>
                <a:cubicBezTo>
                  <a:pt x="10192" y="400050"/>
                  <a:pt x="0" y="387310"/>
                  <a:pt x="0" y="371475"/>
                </a:cubicBezTo>
                <a:cubicBezTo>
                  <a:pt x="0" y="355640"/>
                  <a:pt x="10192" y="342900"/>
                  <a:pt x="22860" y="342900"/>
                </a:cubicBezTo>
                <a:lnTo>
                  <a:pt x="129540" y="342900"/>
                </a:lnTo>
                <a:cubicBezTo>
                  <a:pt x="142208" y="342900"/>
                  <a:pt x="152400" y="330160"/>
                  <a:pt x="152400" y="314325"/>
                </a:cubicBezTo>
                <a:cubicBezTo>
                  <a:pt x="152400" y="298490"/>
                  <a:pt x="142208" y="285750"/>
                  <a:pt x="129540" y="285750"/>
                </a:cubicBezTo>
                <a:lnTo>
                  <a:pt x="22860" y="285750"/>
                </a:lnTo>
                <a:cubicBezTo>
                  <a:pt x="10192" y="285750"/>
                  <a:pt x="0" y="273010"/>
                  <a:pt x="0" y="257175"/>
                </a:cubicBezTo>
                <a:cubicBezTo>
                  <a:pt x="0" y="241340"/>
                  <a:pt x="10192" y="228600"/>
                  <a:pt x="22860" y="228600"/>
                </a:cubicBezTo>
                <a:lnTo>
                  <a:pt x="190500" y="228600"/>
                </a:lnTo>
                <a:cubicBezTo>
                  <a:pt x="203168" y="228600"/>
                  <a:pt x="213360" y="215860"/>
                  <a:pt x="213360" y="200025"/>
                </a:cubicBezTo>
                <a:cubicBezTo>
                  <a:pt x="213360" y="184190"/>
                  <a:pt x="203168" y="171450"/>
                  <a:pt x="190500" y="171450"/>
                </a:cubicBezTo>
                <a:lnTo>
                  <a:pt x="22860" y="171450"/>
                </a:lnTo>
                <a:cubicBezTo>
                  <a:pt x="10192" y="171450"/>
                  <a:pt x="0" y="158710"/>
                  <a:pt x="0" y="142875"/>
                </a:cubicBezTo>
                <a:cubicBezTo>
                  <a:pt x="0" y="127040"/>
                  <a:pt x="10192" y="114300"/>
                  <a:pt x="22860" y="114300"/>
                </a:cubicBezTo>
                <a:lnTo>
                  <a:pt x="60960" y="114300"/>
                </a:lnTo>
                <a:close/>
                <a:moveTo>
                  <a:pt x="548640" y="342900"/>
                </a:moveTo>
                <a:lnTo>
                  <a:pt x="548640" y="282535"/>
                </a:lnTo>
                <a:lnTo>
                  <a:pt x="505492" y="228600"/>
                </a:lnTo>
                <a:lnTo>
                  <a:pt x="457200" y="228600"/>
                </a:lnTo>
                <a:lnTo>
                  <a:pt x="457200" y="342900"/>
                </a:lnTo>
                <a:lnTo>
                  <a:pt x="548640" y="342900"/>
                </a:lnTo>
                <a:close/>
                <a:moveTo>
                  <a:pt x="243840" y="504825"/>
                </a:moveTo>
                <a:cubicBezTo>
                  <a:pt x="243840" y="478540"/>
                  <a:pt x="226768" y="457200"/>
                  <a:pt x="205740" y="457200"/>
                </a:cubicBezTo>
                <a:cubicBezTo>
                  <a:pt x="184712" y="457200"/>
                  <a:pt x="167640" y="478540"/>
                  <a:pt x="167640" y="504825"/>
                </a:cubicBezTo>
                <a:cubicBezTo>
                  <a:pt x="167640" y="531110"/>
                  <a:pt x="184712" y="552450"/>
                  <a:pt x="205740" y="552450"/>
                </a:cubicBezTo>
                <a:cubicBezTo>
                  <a:pt x="226768" y="552450"/>
                  <a:pt x="243840" y="531110"/>
                  <a:pt x="243840" y="504825"/>
                </a:cubicBezTo>
                <a:close/>
                <a:moveTo>
                  <a:pt x="464820" y="552450"/>
                </a:moveTo>
                <a:cubicBezTo>
                  <a:pt x="485848" y="552450"/>
                  <a:pt x="502920" y="531110"/>
                  <a:pt x="502920" y="504825"/>
                </a:cubicBezTo>
                <a:cubicBezTo>
                  <a:pt x="502920" y="478540"/>
                  <a:pt x="485848" y="457200"/>
                  <a:pt x="464820" y="457200"/>
                </a:cubicBezTo>
                <a:cubicBezTo>
                  <a:pt x="443792" y="457200"/>
                  <a:pt x="426720" y="478540"/>
                  <a:pt x="426720" y="504825"/>
                </a:cubicBezTo>
                <a:cubicBezTo>
                  <a:pt x="426720" y="531110"/>
                  <a:pt x="443792" y="552450"/>
                  <a:pt x="464820" y="552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2065000" y="3937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Dispatch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938000" y="4381500"/>
            <a:ext cx="228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Severity triggers priority dispatch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0960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78000" y="6286500"/>
            <a:ext cx="1270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GPT-4o</a:t>
            </a: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NLP Classification | Severity Estimation | Safety Recommendations | </a:t>
            </a: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Endpoints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Dev Pipeline &amp; Organization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4318000"/>
            <a:ext cx="13716000" cy="508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778000" y="4165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3683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4826000"/>
            <a:ext cx="2286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06500" y="5016500"/>
            <a:ext cx="190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Multi-Repo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Independent repos for separation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8000" y="4165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6000" y="1651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02000" y="2095500"/>
            <a:ext cx="2286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92500" y="2286000"/>
            <a:ext cx="190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Reusable Workflows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Standardized CI templates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4165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0" y="3683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42000" y="4826000"/>
            <a:ext cx="2286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2500" y="5016500"/>
            <a:ext cx="190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Gates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SonarQube, Snyk &amp; Trivy vulnerability scans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398000" y="4165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6000" y="1651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2095500"/>
            <a:ext cx="2286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01600" dist="25400" dir="5400000" algn="bl" rotWithShape="0">
              <a:srgbClr val="000000">
                <a:alpha val="2353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72500" y="2286000"/>
            <a:ext cx="190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Container Registry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 SKU registry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938000" y="4165600"/>
            <a:ext cx="355600" cy="3556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76000" y="3683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22000" y="4826000"/>
            <a:ext cx="2286000" cy="203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11112500" y="5016500"/>
            <a:ext cx="190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 Branch Policy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 runs on dev branch, isolated from production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0000" y="7366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Organization: cognidispatch | Independent microservices repositories | Standardized GitHub Actions reusable workflows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flip="none" rotWithShape="1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flip="none" rotWithShape="1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2413000" y="1778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Highlights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540000" y="330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3200" y="114300"/>
                </a:moveTo>
                <a:lnTo>
                  <a:pt x="203200" y="190500"/>
                </a:lnTo>
                <a:lnTo>
                  <a:pt x="406400" y="190500"/>
                </a:lnTo>
                <a:lnTo>
                  <a:pt x="406400" y="114300"/>
                </a:lnTo>
                <a:cubicBezTo>
                  <a:pt x="406400" y="72271"/>
                  <a:pt x="360839" y="38100"/>
                  <a:pt x="304800" y="38100"/>
                </a:cubicBezTo>
                <a:cubicBezTo>
                  <a:pt x="248761" y="38100"/>
                  <a:pt x="203200" y="72271"/>
                  <a:pt x="203200" y="114300"/>
                </a:cubicBezTo>
                <a:close/>
                <a:moveTo>
                  <a:pt x="101600" y="190500"/>
                </a:moveTo>
                <a:lnTo>
                  <a:pt x="101600" y="114300"/>
                </a:lnTo>
                <a:cubicBezTo>
                  <a:pt x="101600" y="30123"/>
                  <a:pt x="192564" y="-38100"/>
                  <a:pt x="304800" y="-38100"/>
                </a:cubicBezTo>
                <a:cubicBezTo>
                  <a:pt x="417036" y="-38100"/>
                  <a:pt x="508000" y="30123"/>
                  <a:pt x="508000" y="114300"/>
                </a:cubicBezTo>
                <a:lnTo>
                  <a:pt x="508000" y="190500"/>
                </a:lnTo>
                <a:cubicBezTo>
                  <a:pt x="564039" y="190500"/>
                  <a:pt x="609600" y="224671"/>
                  <a:pt x="609600" y="266700"/>
                </a:cubicBezTo>
                <a:lnTo>
                  <a:pt x="609600" y="533400"/>
                </a:lnTo>
                <a:cubicBezTo>
                  <a:pt x="609600" y="575429"/>
                  <a:pt x="564039" y="609600"/>
                  <a:pt x="508000" y="609600"/>
                </a:cubicBezTo>
                <a:lnTo>
                  <a:pt x="101600" y="609600"/>
                </a:lnTo>
                <a:cubicBezTo>
                  <a:pt x="45561" y="609600"/>
                  <a:pt x="0" y="575429"/>
                  <a:pt x="0" y="533400"/>
                </a:cubicBezTo>
                <a:lnTo>
                  <a:pt x="0" y="266700"/>
                </a:lnTo>
                <a:cubicBezTo>
                  <a:pt x="0" y="224671"/>
                  <a:pt x="45561" y="190500"/>
                  <a:pt x="101600" y="1905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4064000"/>
            <a:ext cx="330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Trust Network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4000" y="4572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database, AI endpoint, and registry uses private link endpoints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12000" y="330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00050" y="419100"/>
                </a:moveTo>
                <a:cubicBezTo>
                  <a:pt x="515779" y="419100"/>
                  <a:pt x="609600" y="325279"/>
                  <a:pt x="609600" y="209550"/>
                </a:cubicBezTo>
                <a:cubicBezTo>
                  <a:pt x="609600" y="93821"/>
                  <a:pt x="515779" y="0"/>
                  <a:pt x="400050" y="0"/>
                </a:cubicBezTo>
                <a:cubicBezTo>
                  <a:pt x="284321" y="0"/>
                  <a:pt x="190500" y="93821"/>
                  <a:pt x="190500" y="209550"/>
                </a:cubicBezTo>
                <a:cubicBezTo>
                  <a:pt x="190500" y="231815"/>
                  <a:pt x="193953" y="253365"/>
                  <a:pt x="200382" y="273487"/>
                </a:cubicBezTo>
                <a:lnTo>
                  <a:pt x="8334" y="465534"/>
                </a:lnTo>
                <a:cubicBezTo>
                  <a:pt x="2977" y="470892"/>
                  <a:pt x="0" y="478155"/>
                  <a:pt x="0" y="485775"/>
                </a:cubicBezTo>
                <a:lnTo>
                  <a:pt x="0" y="581025"/>
                </a:lnTo>
                <a:cubicBezTo>
                  <a:pt x="0" y="596860"/>
                  <a:pt x="12740" y="609600"/>
                  <a:pt x="28575" y="609600"/>
                </a:cubicBezTo>
                <a:lnTo>
                  <a:pt x="123825" y="609600"/>
                </a:lnTo>
                <a:cubicBezTo>
                  <a:pt x="139660" y="609600"/>
                  <a:pt x="152400" y="596860"/>
                  <a:pt x="152400" y="581025"/>
                </a:cubicBezTo>
                <a:lnTo>
                  <a:pt x="152400" y="533400"/>
                </a:lnTo>
                <a:lnTo>
                  <a:pt x="200025" y="533400"/>
                </a:lnTo>
                <a:cubicBezTo>
                  <a:pt x="215860" y="533400"/>
                  <a:pt x="228600" y="520660"/>
                  <a:pt x="228600" y="504825"/>
                </a:cubicBezTo>
                <a:lnTo>
                  <a:pt x="228600" y="457200"/>
                </a:lnTo>
                <a:lnTo>
                  <a:pt x="276225" y="457200"/>
                </a:lnTo>
                <a:cubicBezTo>
                  <a:pt x="283845" y="457200"/>
                  <a:pt x="291108" y="454223"/>
                  <a:pt x="296466" y="448866"/>
                </a:cubicBezTo>
                <a:lnTo>
                  <a:pt x="336113" y="409218"/>
                </a:lnTo>
                <a:cubicBezTo>
                  <a:pt x="356235" y="415647"/>
                  <a:pt x="377785" y="419100"/>
                  <a:pt x="400050" y="419100"/>
                </a:cubicBezTo>
                <a:close/>
                <a:moveTo>
                  <a:pt x="447675" y="114300"/>
                </a:moveTo>
                <a:cubicBezTo>
                  <a:pt x="473960" y="114300"/>
                  <a:pt x="495300" y="135640"/>
                  <a:pt x="495300" y="161925"/>
                </a:cubicBezTo>
                <a:cubicBezTo>
                  <a:pt x="495300" y="188210"/>
                  <a:pt x="473960" y="209550"/>
                  <a:pt x="447675" y="209550"/>
                </a:cubicBezTo>
                <a:cubicBezTo>
                  <a:pt x="421390" y="209550"/>
                  <a:pt x="400050" y="188210"/>
                  <a:pt x="400050" y="161925"/>
                </a:cubicBezTo>
                <a:cubicBezTo>
                  <a:pt x="400050" y="135640"/>
                  <a:pt x="421390" y="114300"/>
                  <a:pt x="447675" y="1143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5842000" y="4064000"/>
            <a:ext cx="330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Passwordless Security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42000" y="4572000"/>
            <a:ext cx="330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identities and OIDC credentials replace static passwords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684000" y="330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31708" y="11192"/>
                </a:moveTo>
                <a:cubicBezTo>
                  <a:pt x="316825" y="-3691"/>
                  <a:pt x="292656" y="-3691"/>
                  <a:pt x="277773" y="11192"/>
                </a:cubicBezTo>
                <a:lnTo>
                  <a:pt x="201573" y="87392"/>
                </a:lnTo>
                <a:cubicBezTo>
                  <a:pt x="186690" y="102275"/>
                  <a:pt x="186690" y="126444"/>
                  <a:pt x="201573" y="141327"/>
                </a:cubicBezTo>
                <a:cubicBezTo>
                  <a:pt x="216456" y="156210"/>
                  <a:pt x="240625" y="156210"/>
                  <a:pt x="255508" y="141327"/>
                </a:cubicBezTo>
                <a:lnTo>
                  <a:pt x="266700" y="130135"/>
                </a:lnTo>
                <a:lnTo>
                  <a:pt x="266700" y="266700"/>
                </a:lnTo>
                <a:lnTo>
                  <a:pt x="130135" y="266700"/>
                </a:lnTo>
                <a:lnTo>
                  <a:pt x="141327" y="255508"/>
                </a:lnTo>
                <a:cubicBezTo>
                  <a:pt x="156210" y="240625"/>
                  <a:pt x="156210" y="216456"/>
                  <a:pt x="141327" y="201573"/>
                </a:cubicBezTo>
                <a:cubicBezTo>
                  <a:pt x="126444" y="186690"/>
                  <a:pt x="102275" y="186690"/>
                  <a:pt x="87392" y="201573"/>
                </a:cubicBezTo>
                <a:lnTo>
                  <a:pt x="11192" y="277773"/>
                </a:lnTo>
                <a:cubicBezTo>
                  <a:pt x="-3691" y="292656"/>
                  <a:pt x="-3691" y="316825"/>
                  <a:pt x="11192" y="331708"/>
                </a:cubicBezTo>
                <a:lnTo>
                  <a:pt x="87392" y="407908"/>
                </a:lnTo>
                <a:cubicBezTo>
                  <a:pt x="102275" y="422791"/>
                  <a:pt x="126444" y="422791"/>
                  <a:pt x="141327" y="407908"/>
                </a:cubicBezTo>
                <a:cubicBezTo>
                  <a:pt x="156210" y="393025"/>
                  <a:pt x="156210" y="368856"/>
                  <a:pt x="141327" y="353973"/>
                </a:cubicBezTo>
                <a:lnTo>
                  <a:pt x="130135" y="342781"/>
                </a:lnTo>
                <a:lnTo>
                  <a:pt x="266700" y="342781"/>
                </a:lnTo>
                <a:lnTo>
                  <a:pt x="266700" y="479346"/>
                </a:lnTo>
                <a:lnTo>
                  <a:pt x="255508" y="468154"/>
                </a:lnTo>
                <a:cubicBezTo>
                  <a:pt x="240625" y="453271"/>
                  <a:pt x="216456" y="453271"/>
                  <a:pt x="201573" y="468154"/>
                </a:cubicBezTo>
                <a:cubicBezTo>
                  <a:pt x="186690" y="483037"/>
                  <a:pt x="186690" y="507206"/>
                  <a:pt x="201573" y="522089"/>
                </a:cubicBezTo>
                <a:lnTo>
                  <a:pt x="277773" y="598289"/>
                </a:lnTo>
                <a:cubicBezTo>
                  <a:pt x="292656" y="613172"/>
                  <a:pt x="316825" y="613172"/>
                  <a:pt x="331708" y="598289"/>
                </a:cubicBezTo>
                <a:lnTo>
                  <a:pt x="407908" y="522089"/>
                </a:lnTo>
                <a:cubicBezTo>
                  <a:pt x="422791" y="507206"/>
                  <a:pt x="422791" y="483037"/>
                  <a:pt x="407908" y="468154"/>
                </a:cubicBezTo>
                <a:cubicBezTo>
                  <a:pt x="393025" y="453271"/>
                  <a:pt x="368856" y="453271"/>
                  <a:pt x="353973" y="468154"/>
                </a:cubicBezTo>
                <a:lnTo>
                  <a:pt x="342781" y="479346"/>
                </a:lnTo>
                <a:lnTo>
                  <a:pt x="342781" y="342781"/>
                </a:lnTo>
                <a:lnTo>
                  <a:pt x="479346" y="342781"/>
                </a:lnTo>
                <a:lnTo>
                  <a:pt x="468154" y="353973"/>
                </a:lnTo>
                <a:cubicBezTo>
                  <a:pt x="453271" y="368856"/>
                  <a:pt x="453271" y="393025"/>
                  <a:pt x="468154" y="407908"/>
                </a:cubicBezTo>
                <a:cubicBezTo>
                  <a:pt x="483037" y="422791"/>
                  <a:pt x="507206" y="422791"/>
                  <a:pt x="522089" y="407908"/>
                </a:cubicBezTo>
                <a:lnTo>
                  <a:pt x="598289" y="331708"/>
                </a:lnTo>
                <a:cubicBezTo>
                  <a:pt x="613172" y="316825"/>
                  <a:pt x="613172" y="292656"/>
                  <a:pt x="598289" y="277773"/>
                </a:cubicBezTo>
                <a:lnTo>
                  <a:pt x="522089" y="201573"/>
                </a:lnTo>
                <a:cubicBezTo>
                  <a:pt x="507206" y="186690"/>
                  <a:pt x="483037" y="186690"/>
                  <a:pt x="468154" y="201573"/>
                </a:cubicBezTo>
                <a:cubicBezTo>
                  <a:pt x="453271" y="216456"/>
                  <a:pt x="453271" y="240625"/>
                  <a:pt x="468154" y="255508"/>
                </a:cubicBezTo>
                <a:lnTo>
                  <a:pt x="479346" y="266700"/>
                </a:lnTo>
                <a:lnTo>
                  <a:pt x="342781" y="266700"/>
                </a:lnTo>
                <a:lnTo>
                  <a:pt x="342781" y="130135"/>
                </a:lnTo>
                <a:lnTo>
                  <a:pt x="353973" y="141327"/>
                </a:lnTo>
                <a:cubicBezTo>
                  <a:pt x="368856" y="156210"/>
                  <a:pt x="393025" y="156210"/>
                  <a:pt x="407908" y="141327"/>
                </a:cubicBezTo>
                <a:cubicBezTo>
                  <a:pt x="422791" y="126444"/>
                  <a:pt x="422791" y="102275"/>
                  <a:pt x="407908" y="87392"/>
                </a:cubicBezTo>
                <a:lnTo>
                  <a:pt x="331708" y="11192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0414000" y="4064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Microservices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414000" y="4572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service scales independently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48000" y="6223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CogniDispatch — Enterprise-Grade AI-Powered Emergency Response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53000" y="6985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Kubernetes Service · Azure OpenAI · Cosmos DB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Custom</PresentationFormat>
  <Paragraphs>149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Liter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CogniDispatch: AI-Powered Emergency Home Service Triage</dc:title>
  <dc:subject>CogniDispatch: AI-Powered Emergency Home Service Triage</dc:subject>
  <dc:creator>Kimi</dc:creator>
  <cp:lastModifiedBy>MI</cp:lastModifiedBy>
  <cp:revision>2</cp:revision>
  <dcterms:created xsi:type="dcterms:W3CDTF">2026-06-19T18:47:18Z</dcterms:created>
  <dcterms:modified xsi:type="dcterms:W3CDTF">2026-06-20T04:07:14Z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{"Label":"CogniDispatch: AI-Powered Emergency Home Service Triage","ContentProducer":"001191110108MACG2KBH8F10000","ProduceID":"19ee1279-ad22-84cb-8000-00009e5c5ed0","ReservedCode1":"","ContentPropagator":"001191110108MACG2KBH8F20000","PropagateID":"19ee1</vt:lpwstr>
  </property>
</Properties>
</file>